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0"/>
  </p:notesMasterIdLst>
  <p:sldIdLst>
    <p:sldId id="290" r:id="rId2"/>
    <p:sldId id="334" r:id="rId3"/>
    <p:sldId id="335" r:id="rId4"/>
    <p:sldId id="336" r:id="rId5"/>
    <p:sldId id="337" r:id="rId6"/>
    <p:sldId id="338" r:id="rId7"/>
    <p:sldId id="339" r:id="rId8"/>
    <p:sldId id="340" r:id="rId9"/>
    <p:sldId id="348" r:id="rId10"/>
    <p:sldId id="350" r:id="rId11"/>
    <p:sldId id="341" r:id="rId12"/>
    <p:sldId id="342" r:id="rId13"/>
    <p:sldId id="343" r:id="rId14"/>
    <p:sldId id="344" r:id="rId15"/>
    <p:sldId id="345" r:id="rId16"/>
    <p:sldId id="349" r:id="rId17"/>
    <p:sldId id="346" r:id="rId18"/>
    <p:sldId id="347" r:id="rId19"/>
  </p:sldIdLst>
  <p:sldSz cx="5400675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0000"/>
    <a:srgbClr val="A81C37"/>
    <a:srgbClr val="2C2C2C"/>
    <a:srgbClr val="FF0067"/>
    <a:srgbClr val="2C5655"/>
    <a:srgbClr val="4B9091"/>
    <a:srgbClr val="0097B6"/>
    <a:srgbClr val="6D0009"/>
    <a:srgbClr val="830000"/>
    <a:srgbClr val="FF0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31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A4A57-6267-4E3A-89EC-F28750EB036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27275" y="1143000"/>
            <a:ext cx="2203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5E8CBC-7465-46E5-B37E-ACBD646985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6123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1237197"/>
            <a:ext cx="4590574" cy="2631887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3970580"/>
            <a:ext cx="4050506" cy="1825171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2" indent="0" algn="ctr">
              <a:buNone/>
              <a:defRPr sz="1181"/>
            </a:lvl2pPr>
            <a:lvl3pPr marL="540045" indent="0" algn="ctr">
              <a:buNone/>
              <a:defRPr sz="1063"/>
            </a:lvl3pPr>
            <a:lvl4pPr marL="810067" indent="0" algn="ctr">
              <a:buNone/>
              <a:defRPr sz="945"/>
            </a:lvl4pPr>
            <a:lvl5pPr marL="1080089" indent="0" algn="ctr">
              <a:buNone/>
              <a:defRPr sz="945"/>
            </a:lvl5pPr>
            <a:lvl6pPr marL="1350112" indent="0" algn="ctr">
              <a:buNone/>
              <a:defRPr sz="945"/>
            </a:lvl6pPr>
            <a:lvl7pPr marL="1620134" indent="0" algn="ctr">
              <a:buNone/>
              <a:defRPr sz="945"/>
            </a:lvl7pPr>
            <a:lvl8pPr marL="1890156" indent="0" algn="ctr">
              <a:buNone/>
              <a:defRPr sz="945"/>
            </a:lvl8pPr>
            <a:lvl9pPr marL="2160179" indent="0" algn="ctr">
              <a:buNone/>
              <a:defRPr sz="945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93125-BEB5-4686-9E19-5431E48F135B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21A8-32A6-45BE-BCA0-9B6968F718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3029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93125-BEB5-4686-9E19-5431E48F135B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21A8-32A6-45BE-BCA0-9B6968F718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69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1884671"/>
            <a:ext cx="4658082" cy="3144614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5059035"/>
            <a:ext cx="4658082" cy="1653678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/>
                </a:solidFill>
              </a:defRPr>
            </a:lvl1pPr>
            <a:lvl2pPr marL="270022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4004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1006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8008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50112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20134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9015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6017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93125-BEB5-4686-9E19-5431E48F135B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21A8-32A6-45BE-BCA0-9B6968F718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0138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2012414"/>
            <a:ext cx="2295287" cy="479654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2012414"/>
            <a:ext cx="2295287" cy="479654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93125-BEB5-4686-9E19-5431E48F135B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21A8-32A6-45BE-BCA0-9B6968F718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7077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402484"/>
            <a:ext cx="4658082" cy="146118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1853171"/>
            <a:ext cx="2284738" cy="908210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2761381"/>
            <a:ext cx="2284738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1853171"/>
            <a:ext cx="2295990" cy="908210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2761381"/>
            <a:ext cx="2295990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93125-BEB5-4686-9E19-5431E48F135B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21A8-32A6-45BE-BCA0-9B6968F718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0506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93125-BEB5-4686-9E19-5431E48F135B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21A8-32A6-45BE-BCA0-9B6968F718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4022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93125-BEB5-4686-9E19-5431E48F135B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21A8-32A6-45BE-BCA0-9B6968F718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1069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503978"/>
            <a:ext cx="1741858" cy="176392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1088455"/>
            <a:ext cx="2734092" cy="5372269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267902"/>
            <a:ext cx="1741858" cy="4201570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93125-BEB5-4686-9E19-5431E48F135B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21A8-32A6-45BE-BCA0-9B6968F718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4615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503978"/>
            <a:ext cx="1741858" cy="176392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1088455"/>
            <a:ext cx="2734092" cy="5372269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2" indent="0">
              <a:buNone/>
              <a:defRPr sz="1654"/>
            </a:lvl2pPr>
            <a:lvl3pPr marL="540045" indent="0">
              <a:buNone/>
              <a:defRPr sz="1417"/>
            </a:lvl3pPr>
            <a:lvl4pPr marL="810067" indent="0">
              <a:buNone/>
              <a:defRPr sz="1181"/>
            </a:lvl4pPr>
            <a:lvl5pPr marL="1080089" indent="0">
              <a:buNone/>
              <a:defRPr sz="1181"/>
            </a:lvl5pPr>
            <a:lvl6pPr marL="1350112" indent="0">
              <a:buNone/>
              <a:defRPr sz="1181"/>
            </a:lvl6pPr>
            <a:lvl7pPr marL="1620134" indent="0">
              <a:buNone/>
              <a:defRPr sz="1181"/>
            </a:lvl7pPr>
            <a:lvl8pPr marL="1890156" indent="0">
              <a:buNone/>
              <a:defRPr sz="1181"/>
            </a:lvl8pPr>
            <a:lvl9pPr marL="2160179" indent="0">
              <a:buNone/>
              <a:defRPr sz="1181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267902"/>
            <a:ext cx="1741858" cy="4201570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93125-BEB5-4686-9E19-5431E48F135B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21A8-32A6-45BE-BCA0-9B6968F718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823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93125-BEB5-4686-9E19-5431E48F135B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21A8-32A6-45BE-BCA0-9B6968F718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9324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402483"/>
            <a:ext cx="1164521" cy="64064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402483"/>
            <a:ext cx="3426053" cy="64064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93125-BEB5-4686-9E19-5431E48F135B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B21A8-32A6-45BE-BCA0-9B6968F718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9881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402484"/>
            <a:ext cx="4658082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2012414"/>
            <a:ext cx="4658082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7006700"/>
            <a:ext cx="121515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93125-BEB5-4686-9E19-5431E48F135B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7006700"/>
            <a:ext cx="182272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7006700"/>
            <a:ext cx="121515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6B21A8-32A6-45BE-BCA0-9B6968F718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9042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40045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1" indent="-135011" algn="l" defTabSz="540045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3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56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78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0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2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45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167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19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45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67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08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1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34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56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17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6746B7-1BCC-05E9-5F0B-8E04DB679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ítulo 9">
            <a:extLst>
              <a:ext uri="{FF2B5EF4-FFF2-40B4-BE49-F238E27FC236}">
                <a16:creationId xmlns:a16="http://schemas.microsoft.com/office/drawing/2014/main" id="{E62298F3-F924-23F8-EE06-4310B80BDA1A}"/>
              </a:ext>
            </a:extLst>
          </p:cNvPr>
          <p:cNvSpPr txBox="1">
            <a:spLocks/>
          </p:cNvSpPr>
          <p:nvPr/>
        </p:nvSpPr>
        <p:spPr>
          <a:xfrm>
            <a:off x="2112168" y="2474810"/>
            <a:ext cx="1176338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Descrição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E4C556BB-FA69-4DE3-8C6D-D77EB0ADA01E}"/>
              </a:ext>
            </a:extLst>
          </p:cNvPr>
          <p:cNvSpPr txBox="1">
            <a:spLocks/>
          </p:cNvSpPr>
          <p:nvPr/>
        </p:nvSpPr>
        <p:spPr>
          <a:xfrm>
            <a:off x="1496122" y="2019732"/>
            <a:ext cx="2455616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chemeClr val="bg1"/>
                </a:solidFill>
                <a:latin typeface="Axiforma" panose="00000500000000000000" pitchFamily="50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" name="Subtítulo 9">
            <a:extLst>
              <a:ext uri="{FF2B5EF4-FFF2-40B4-BE49-F238E27FC236}">
                <a16:creationId xmlns:a16="http://schemas.microsoft.com/office/drawing/2014/main" id="{66FFF264-3499-835A-4E3D-AEC7532B13D0}"/>
              </a:ext>
            </a:extLst>
          </p:cNvPr>
          <p:cNvSpPr txBox="1">
            <a:spLocks/>
          </p:cNvSpPr>
          <p:nvPr/>
        </p:nvSpPr>
        <p:spPr>
          <a:xfrm>
            <a:off x="1211576" y="5365031"/>
            <a:ext cx="2455616" cy="784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9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" name="Subtítulo 9">
            <a:extLst>
              <a:ext uri="{FF2B5EF4-FFF2-40B4-BE49-F238E27FC236}">
                <a16:creationId xmlns:a16="http://schemas.microsoft.com/office/drawing/2014/main" id="{A4ABC63E-3A65-DE2E-2A2B-C5BC4A32A8D6}"/>
              </a:ext>
            </a:extLst>
          </p:cNvPr>
          <p:cNvSpPr txBox="1">
            <a:spLocks/>
          </p:cNvSpPr>
          <p:nvPr/>
        </p:nvSpPr>
        <p:spPr>
          <a:xfrm>
            <a:off x="3425699" y="5385813"/>
            <a:ext cx="952771" cy="48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2" name="Subtítulo 9">
            <a:extLst>
              <a:ext uri="{FF2B5EF4-FFF2-40B4-BE49-F238E27FC236}">
                <a16:creationId xmlns:a16="http://schemas.microsoft.com/office/drawing/2014/main" id="{2524FF70-8484-BF82-D170-D71B89288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4775" y="3801391"/>
            <a:ext cx="821848" cy="274575"/>
          </a:xfrm>
        </p:spPr>
        <p:txBody>
          <a:bodyPr>
            <a:noAutofit/>
          </a:bodyPr>
          <a:lstStyle/>
          <a:p>
            <a:pPr algn="l"/>
            <a:r>
              <a:rPr lang="pt-BR" sz="28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3" name="Subtítulo 9">
            <a:extLst>
              <a:ext uri="{FF2B5EF4-FFF2-40B4-BE49-F238E27FC236}">
                <a16:creationId xmlns:a16="http://schemas.microsoft.com/office/drawing/2014/main" id="{D1366D9D-5669-B08C-231A-C35C63FF76E8}"/>
              </a:ext>
            </a:extLst>
          </p:cNvPr>
          <p:cNvSpPr txBox="1">
            <a:spLocks/>
          </p:cNvSpPr>
          <p:nvPr/>
        </p:nvSpPr>
        <p:spPr>
          <a:xfrm>
            <a:off x="2211903" y="3880292"/>
            <a:ext cx="1176338" cy="401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1798884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C2315F-C1E1-A6CB-5B88-B89A312B3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ítulo 9">
            <a:extLst>
              <a:ext uri="{FF2B5EF4-FFF2-40B4-BE49-F238E27FC236}">
                <a16:creationId xmlns:a16="http://schemas.microsoft.com/office/drawing/2014/main" id="{C72C0656-2301-E8E9-5819-D1342BF951E7}"/>
              </a:ext>
            </a:extLst>
          </p:cNvPr>
          <p:cNvSpPr txBox="1">
            <a:spLocks/>
          </p:cNvSpPr>
          <p:nvPr/>
        </p:nvSpPr>
        <p:spPr>
          <a:xfrm>
            <a:off x="2112168" y="2474810"/>
            <a:ext cx="1176338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Descrição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872179AF-EB21-AEA3-0111-7FFE12479161}"/>
              </a:ext>
            </a:extLst>
          </p:cNvPr>
          <p:cNvSpPr txBox="1">
            <a:spLocks/>
          </p:cNvSpPr>
          <p:nvPr/>
        </p:nvSpPr>
        <p:spPr>
          <a:xfrm>
            <a:off x="1496122" y="2019732"/>
            <a:ext cx="2455616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chemeClr val="bg1"/>
                </a:solidFill>
                <a:latin typeface="Axiforma" panose="00000500000000000000" pitchFamily="50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" name="Subtítulo 9">
            <a:extLst>
              <a:ext uri="{FF2B5EF4-FFF2-40B4-BE49-F238E27FC236}">
                <a16:creationId xmlns:a16="http://schemas.microsoft.com/office/drawing/2014/main" id="{8E9C9F9D-1931-9DCF-1116-32460C6F5285}"/>
              </a:ext>
            </a:extLst>
          </p:cNvPr>
          <p:cNvSpPr txBox="1">
            <a:spLocks/>
          </p:cNvSpPr>
          <p:nvPr/>
        </p:nvSpPr>
        <p:spPr>
          <a:xfrm>
            <a:off x="1211576" y="5365031"/>
            <a:ext cx="2455616" cy="784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9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" name="Subtítulo 9">
            <a:extLst>
              <a:ext uri="{FF2B5EF4-FFF2-40B4-BE49-F238E27FC236}">
                <a16:creationId xmlns:a16="http://schemas.microsoft.com/office/drawing/2014/main" id="{0A5C655C-D46E-9DAB-D7F7-F32D0770532C}"/>
              </a:ext>
            </a:extLst>
          </p:cNvPr>
          <p:cNvSpPr txBox="1">
            <a:spLocks/>
          </p:cNvSpPr>
          <p:nvPr/>
        </p:nvSpPr>
        <p:spPr>
          <a:xfrm>
            <a:off x="3425699" y="5385813"/>
            <a:ext cx="952771" cy="48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2" name="Subtítulo 9">
            <a:extLst>
              <a:ext uri="{FF2B5EF4-FFF2-40B4-BE49-F238E27FC236}">
                <a16:creationId xmlns:a16="http://schemas.microsoft.com/office/drawing/2014/main" id="{455CCD08-F4F4-C8D8-5AA0-DD028ED91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4775" y="3801391"/>
            <a:ext cx="821848" cy="274575"/>
          </a:xfrm>
        </p:spPr>
        <p:txBody>
          <a:bodyPr>
            <a:noAutofit/>
          </a:bodyPr>
          <a:lstStyle/>
          <a:p>
            <a:pPr algn="l"/>
            <a:r>
              <a:rPr lang="pt-BR" sz="28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3" name="Subtítulo 9">
            <a:extLst>
              <a:ext uri="{FF2B5EF4-FFF2-40B4-BE49-F238E27FC236}">
                <a16:creationId xmlns:a16="http://schemas.microsoft.com/office/drawing/2014/main" id="{40A99005-56F4-A634-EF1A-FF57C5DEB1A8}"/>
              </a:ext>
            </a:extLst>
          </p:cNvPr>
          <p:cNvSpPr txBox="1">
            <a:spLocks/>
          </p:cNvSpPr>
          <p:nvPr/>
        </p:nvSpPr>
        <p:spPr>
          <a:xfrm>
            <a:off x="2211903" y="3880292"/>
            <a:ext cx="1176338" cy="401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998359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A5D748-A583-1977-0FDD-F9F1A2830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ítulo 9">
            <a:extLst>
              <a:ext uri="{FF2B5EF4-FFF2-40B4-BE49-F238E27FC236}">
                <a16:creationId xmlns:a16="http://schemas.microsoft.com/office/drawing/2014/main" id="{0C9970DF-DDE6-2B06-DA80-2B5AC78984E7}"/>
              </a:ext>
            </a:extLst>
          </p:cNvPr>
          <p:cNvSpPr txBox="1">
            <a:spLocks/>
          </p:cNvSpPr>
          <p:nvPr/>
        </p:nvSpPr>
        <p:spPr>
          <a:xfrm>
            <a:off x="2112168" y="2474810"/>
            <a:ext cx="1176338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Descrição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FED5D7B1-CC0B-F798-8DC2-F88B906791FB}"/>
              </a:ext>
            </a:extLst>
          </p:cNvPr>
          <p:cNvSpPr txBox="1">
            <a:spLocks/>
          </p:cNvSpPr>
          <p:nvPr/>
        </p:nvSpPr>
        <p:spPr>
          <a:xfrm>
            <a:off x="1496122" y="2019732"/>
            <a:ext cx="2455616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chemeClr val="bg1"/>
                </a:solidFill>
                <a:latin typeface="Axiforma" panose="00000500000000000000" pitchFamily="50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" name="Subtítulo 9">
            <a:extLst>
              <a:ext uri="{FF2B5EF4-FFF2-40B4-BE49-F238E27FC236}">
                <a16:creationId xmlns:a16="http://schemas.microsoft.com/office/drawing/2014/main" id="{59AD4DA7-A770-DE15-7520-241DCCCD1CC4}"/>
              </a:ext>
            </a:extLst>
          </p:cNvPr>
          <p:cNvSpPr txBox="1">
            <a:spLocks/>
          </p:cNvSpPr>
          <p:nvPr/>
        </p:nvSpPr>
        <p:spPr>
          <a:xfrm>
            <a:off x="1211576" y="5365031"/>
            <a:ext cx="2455616" cy="784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9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" name="Subtítulo 9">
            <a:extLst>
              <a:ext uri="{FF2B5EF4-FFF2-40B4-BE49-F238E27FC236}">
                <a16:creationId xmlns:a16="http://schemas.microsoft.com/office/drawing/2014/main" id="{478FA4FA-608F-476E-499C-1AC2402EF59C}"/>
              </a:ext>
            </a:extLst>
          </p:cNvPr>
          <p:cNvSpPr txBox="1">
            <a:spLocks/>
          </p:cNvSpPr>
          <p:nvPr/>
        </p:nvSpPr>
        <p:spPr>
          <a:xfrm>
            <a:off x="3425699" y="5385813"/>
            <a:ext cx="952771" cy="48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2" name="Subtítulo 9">
            <a:extLst>
              <a:ext uri="{FF2B5EF4-FFF2-40B4-BE49-F238E27FC236}">
                <a16:creationId xmlns:a16="http://schemas.microsoft.com/office/drawing/2014/main" id="{AA4B4A88-49DC-CEC9-79DF-96B5012C84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4775" y="3801391"/>
            <a:ext cx="821848" cy="274575"/>
          </a:xfrm>
        </p:spPr>
        <p:txBody>
          <a:bodyPr>
            <a:noAutofit/>
          </a:bodyPr>
          <a:lstStyle/>
          <a:p>
            <a:pPr algn="l"/>
            <a:r>
              <a:rPr lang="pt-BR" sz="28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3" name="Subtítulo 9">
            <a:extLst>
              <a:ext uri="{FF2B5EF4-FFF2-40B4-BE49-F238E27FC236}">
                <a16:creationId xmlns:a16="http://schemas.microsoft.com/office/drawing/2014/main" id="{D6F435D6-439F-E90A-21F1-37ACEC0192F4}"/>
              </a:ext>
            </a:extLst>
          </p:cNvPr>
          <p:cNvSpPr txBox="1">
            <a:spLocks/>
          </p:cNvSpPr>
          <p:nvPr/>
        </p:nvSpPr>
        <p:spPr>
          <a:xfrm>
            <a:off x="2211903" y="3880292"/>
            <a:ext cx="1176338" cy="401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1826769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4BC03D-AD37-421B-8214-BAFCE5056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ítulo 9">
            <a:extLst>
              <a:ext uri="{FF2B5EF4-FFF2-40B4-BE49-F238E27FC236}">
                <a16:creationId xmlns:a16="http://schemas.microsoft.com/office/drawing/2014/main" id="{E3A4E6AB-8BA5-B414-22BC-2CD556111A82}"/>
              </a:ext>
            </a:extLst>
          </p:cNvPr>
          <p:cNvSpPr txBox="1">
            <a:spLocks/>
          </p:cNvSpPr>
          <p:nvPr/>
        </p:nvSpPr>
        <p:spPr>
          <a:xfrm>
            <a:off x="2112168" y="2474810"/>
            <a:ext cx="1176338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Descrição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89498BAD-303D-893A-E4AE-7D6F4181124C}"/>
              </a:ext>
            </a:extLst>
          </p:cNvPr>
          <p:cNvSpPr txBox="1">
            <a:spLocks/>
          </p:cNvSpPr>
          <p:nvPr/>
        </p:nvSpPr>
        <p:spPr>
          <a:xfrm>
            <a:off x="1496122" y="2019732"/>
            <a:ext cx="2455616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chemeClr val="bg1"/>
                </a:solidFill>
                <a:latin typeface="Axiforma" panose="00000500000000000000" pitchFamily="50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" name="Subtítulo 9">
            <a:extLst>
              <a:ext uri="{FF2B5EF4-FFF2-40B4-BE49-F238E27FC236}">
                <a16:creationId xmlns:a16="http://schemas.microsoft.com/office/drawing/2014/main" id="{251F6713-09FF-A662-1B62-250DEC77F017}"/>
              </a:ext>
            </a:extLst>
          </p:cNvPr>
          <p:cNvSpPr txBox="1">
            <a:spLocks/>
          </p:cNvSpPr>
          <p:nvPr/>
        </p:nvSpPr>
        <p:spPr>
          <a:xfrm>
            <a:off x="1211576" y="5365031"/>
            <a:ext cx="2455616" cy="784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9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" name="Subtítulo 9">
            <a:extLst>
              <a:ext uri="{FF2B5EF4-FFF2-40B4-BE49-F238E27FC236}">
                <a16:creationId xmlns:a16="http://schemas.microsoft.com/office/drawing/2014/main" id="{5E2F5C44-389D-C5BC-07F9-293B8DE44D60}"/>
              </a:ext>
            </a:extLst>
          </p:cNvPr>
          <p:cNvSpPr txBox="1">
            <a:spLocks/>
          </p:cNvSpPr>
          <p:nvPr/>
        </p:nvSpPr>
        <p:spPr>
          <a:xfrm>
            <a:off x="3425699" y="5385813"/>
            <a:ext cx="952771" cy="48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2" name="Subtítulo 9">
            <a:extLst>
              <a:ext uri="{FF2B5EF4-FFF2-40B4-BE49-F238E27FC236}">
                <a16:creationId xmlns:a16="http://schemas.microsoft.com/office/drawing/2014/main" id="{33483235-A1C8-F51C-A025-888341243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4775" y="3801391"/>
            <a:ext cx="821848" cy="274575"/>
          </a:xfrm>
        </p:spPr>
        <p:txBody>
          <a:bodyPr>
            <a:noAutofit/>
          </a:bodyPr>
          <a:lstStyle/>
          <a:p>
            <a:pPr algn="l"/>
            <a:r>
              <a:rPr lang="pt-BR" sz="28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3" name="Subtítulo 9">
            <a:extLst>
              <a:ext uri="{FF2B5EF4-FFF2-40B4-BE49-F238E27FC236}">
                <a16:creationId xmlns:a16="http://schemas.microsoft.com/office/drawing/2014/main" id="{3D7B4B88-7794-8582-D8B9-548AAECDF1D1}"/>
              </a:ext>
            </a:extLst>
          </p:cNvPr>
          <p:cNvSpPr txBox="1">
            <a:spLocks/>
          </p:cNvSpPr>
          <p:nvPr/>
        </p:nvSpPr>
        <p:spPr>
          <a:xfrm>
            <a:off x="2211903" y="3880292"/>
            <a:ext cx="1176338" cy="401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3390064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7E038C-F4E1-9597-2A74-33F33E16F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ítulo 9">
            <a:extLst>
              <a:ext uri="{FF2B5EF4-FFF2-40B4-BE49-F238E27FC236}">
                <a16:creationId xmlns:a16="http://schemas.microsoft.com/office/drawing/2014/main" id="{54757C40-1313-3609-75E1-C853CCC219AB}"/>
              </a:ext>
            </a:extLst>
          </p:cNvPr>
          <p:cNvSpPr txBox="1">
            <a:spLocks/>
          </p:cNvSpPr>
          <p:nvPr/>
        </p:nvSpPr>
        <p:spPr>
          <a:xfrm>
            <a:off x="2112168" y="2474810"/>
            <a:ext cx="1176338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Descrição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F22A77EB-4FCF-ACD0-105C-75E960BFACB0}"/>
              </a:ext>
            </a:extLst>
          </p:cNvPr>
          <p:cNvSpPr txBox="1">
            <a:spLocks/>
          </p:cNvSpPr>
          <p:nvPr/>
        </p:nvSpPr>
        <p:spPr>
          <a:xfrm>
            <a:off x="1496122" y="2019732"/>
            <a:ext cx="2455616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chemeClr val="bg1"/>
                </a:solidFill>
                <a:latin typeface="Axiforma" panose="00000500000000000000" pitchFamily="50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" name="Subtítulo 9">
            <a:extLst>
              <a:ext uri="{FF2B5EF4-FFF2-40B4-BE49-F238E27FC236}">
                <a16:creationId xmlns:a16="http://schemas.microsoft.com/office/drawing/2014/main" id="{9702E624-CA53-D3F7-0E19-F5D15EC7E0F7}"/>
              </a:ext>
            </a:extLst>
          </p:cNvPr>
          <p:cNvSpPr txBox="1">
            <a:spLocks/>
          </p:cNvSpPr>
          <p:nvPr/>
        </p:nvSpPr>
        <p:spPr>
          <a:xfrm>
            <a:off x="1211576" y="5365031"/>
            <a:ext cx="2455616" cy="784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9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" name="Subtítulo 9">
            <a:extLst>
              <a:ext uri="{FF2B5EF4-FFF2-40B4-BE49-F238E27FC236}">
                <a16:creationId xmlns:a16="http://schemas.microsoft.com/office/drawing/2014/main" id="{D0CB3A76-7EA7-5C0E-0DE1-138A2FE70F9E}"/>
              </a:ext>
            </a:extLst>
          </p:cNvPr>
          <p:cNvSpPr txBox="1">
            <a:spLocks/>
          </p:cNvSpPr>
          <p:nvPr/>
        </p:nvSpPr>
        <p:spPr>
          <a:xfrm>
            <a:off x="3425699" y="5385813"/>
            <a:ext cx="952771" cy="48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2" name="Subtítulo 9">
            <a:extLst>
              <a:ext uri="{FF2B5EF4-FFF2-40B4-BE49-F238E27FC236}">
                <a16:creationId xmlns:a16="http://schemas.microsoft.com/office/drawing/2014/main" id="{0754031F-15FD-AD1F-6A8D-22B4C0A33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4775" y="3801391"/>
            <a:ext cx="821848" cy="274575"/>
          </a:xfrm>
        </p:spPr>
        <p:txBody>
          <a:bodyPr>
            <a:noAutofit/>
          </a:bodyPr>
          <a:lstStyle/>
          <a:p>
            <a:pPr algn="l"/>
            <a:r>
              <a:rPr lang="pt-BR" sz="28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3" name="Subtítulo 9">
            <a:extLst>
              <a:ext uri="{FF2B5EF4-FFF2-40B4-BE49-F238E27FC236}">
                <a16:creationId xmlns:a16="http://schemas.microsoft.com/office/drawing/2014/main" id="{C94C1650-7092-5DDB-3FEC-A5B53660B12A}"/>
              </a:ext>
            </a:extLst>
          </p:cNvPr>
          <p:cNvSpPr txBox="1">
            <a:spLocks/>
          </p:cNvSpPr>
          <p:nvPr/>
        </p:nvSpPr>
        <p:spPr>
          <a:xfrm>
            <a:off x="2211903" y="3880292"/>
            <a:ext cx="1176338" cy="401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1581627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9DED3-914B-6B14-5F74-247922E16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ítulo 9">
            <a:extLst>
              <a:ext uri="{FF2B5EF4-FFF2-40B4-BE49-F238E27FC236}">
                <a16:creationId xmlns:a16="http://schemas.microsoft.com/office/drawing/2014/main" id="{50C782F4-C4AF-BCF9-5676-80D83C5F429C}"/>
              </a:ext>
            </a:extLst>
          </p:cNvPr>
          <p:cNvSpPr txBox="1">
            <a:spLocks/>
          </p:cNvSpPr>
          <p:nvPr/>
        </p:nvSpPr>
        <p:spPr>
          <a:xfrm>
            <a:off x="2112168" y="2474810"/>
            <a:ext cx="1176338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Descrição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15947EB0-FD9B-2654-E225-8155B444B382}"/>
              </a:ext>
            </a:extLst>
          </p:cNvPr>
          <p:cNvSpPr txBox="1">
            <a:spLocks/>
          </p:cNvSpPr>
          <p:nvPr/>
        </p:nvSpPr>
        <p:spPr>
          <a:xfrm>
            <a:off x="1496122" y="2019732"/>
            <a:ext cx="2455616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chemeClr val="bg1"/>
                </a:solidFill>
                <a:latin typeface="Axiforma" panose="00000500000000000000" pitchFamily="50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" name="Subtítulo 9">
            <a:extLst>
              <a:ext uri="{FF2B5EF4-FFF2-40B4-BE49-F238E27FC236}">
                <a16:creationId xmlns:a16="http://schemas.microsoft.com/office/drawing/2014/main" id="{EC1A8688-90E6-2B16-1364-D136C54D38E6}"/>
              </a:ext>
            </a:extLst>
          </p:cNvPr>
          <p:cNvSpPr txBox="1">
            <a:spLocks/>
          </p:cNvSpPr>
          <p:nvPr/>
        </p:nvSpPr>
        <p:spPr>
          <a:xfrm>
            <a:off x="1211576" y="5365031"/>
            <a:ext cx="2455616" cy="784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9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" name="Subtítulo 9">
            <a:extLst>
              <a:ext uri="{FF2B5EF4-FFF2-40B4-BE49-F238E27FC236}">
                <a16:creationId xmlns:a16="http://schemas.microsoft.com/office/drawing/2014/main" id="{55893941-E11D-616B-C123-4E97C0E702F4}"/>
              </a:ext>
            </a:extLst>
          </p:cNvPr>
          <p:cNvSpPr txBox="1">
            <a:spLocks/>
          </p:cNvSpPr>
          <p:nvPr/>
        </p:nvSpPr>
        <p:spPr>
          <a:xfrm>
            <a:off x="3425699" y="5385813"/>
            <a:ext cx="952771" cy="48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2" name="Subtítulo 9">
            <a:extLst>
              <a:ext uri="{FF2B5EF4-FFF2-40B4-BE49-F238E27FC236}">
                <a16:creationId xmlns:a16="http://schemas.microsoft.com/office/drawing/2014/main" id="{7B949EBA-75EE-3F7D-8E15-6E2E83681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4775" y="3801391"/>
            <a:ext cx="821848" cy="274575"/>
          </a:xfrm>
        </p:spPr>
        <p:txBody>
          <a:bodyPr>
            <a:noAutofit/>
          </a:bodyPr>
          <a:lstStyle/>
          <a:p>
            <a:pPr algn="l"/>
            <a:r>
              <a:rPr lang="pt-BR" sz="28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3" name="Subtítulo 9">
            <a:extLst>
              <a:ext uri="{FF2B5EF4-FFF2-40B4-BE49-F238E27FC236}">
                <a16:creationId xmlns:a16="http://schemas.microsoft.com/office/drawing/2014/main" id="{2146BB1D-E3A6-4FEF-8DB6-AF8E8416AEB9}"/>
              </a:ext>
            </a:extLst>
          </p:cNvPr>
          <p:cNvSpPr txBox="1">
            <a:spLocks/>
          </p:cNvSpPr>
          <p:nvPr/>
        </p:nvSpPr>
        <p:spPr>
          <a:xfrm>
            <a:off x="2211903" y="3880292"/>
            <a:ext cx="1176338" cy="401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1642525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24DF6C-4D4F-A521-0E74-82A128CB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ítulo 9">
            <a:extLst>
              <a:ext uri="{FF2B5EF4-FFF2-40B4-BE49-F238E27FC236}">
                <a16:creationId xmlns:a16="http://schemas.microsoft.com/office/drawing/2014/main" id="{3CFCAB39-AADA-395C-1F48-D1CFA1615D3D}"/>
              </a:ext>
            </a:extLst>
          </p:cNvPr>
          <p:cNvSpPr txBox="1">
            <a:spLocks/>
          </p:cNvSpPr>
          <p:nvPr/>
        </p:nvSpPr>
        <p:spPr>
          <a:xfrm>
            <a:off x="2112168" y="2474810"/>
            <a:ext cx="1176338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Descrição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4A82471B-B0EA-807B-75B6-1EF4FB01EC87}"/>
              </a:ext>
            </a:extLst>
          </p:cNvPr>
          <p:cNvSpPr txBox="1">
            <a:spLocks/>
          </p:cNvSpPr>
          <p:nvPr/>
        </p:nvSpPr>
        <p:spPr>
          <a:xfrm>
            <a:off x="1496122" y="2019732"/>
            <a:ext cx="2455616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chemeClr val="bg1"/>
                </a:solidFill>
                <a:latin typeface="Axiforma" panose="00000500000000000000" pitchFamily="50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" name="Subtítulo 9">
            <a:extLst>
              <a:ext uri="{FF2B5EF4-FFF2-40B4-BE49-F238E27FC236}">
                <a16:creationId xmlns:a16="http://schemas.microsoft.com/office/drawing/2014/main" id="{E4A639A9-E4E1-E8D8-DDBB-3C3E214AA4B6}"/>
              </a:ext>
            </a:extLst>
          </p:cNvPr>
          <p:cNvSpPr txBox="1">
            <a:spLocks/>
          </p:cNvSpPr>
          <p:nvPr/>
        </p:nvSpPr>
        <p:spPr>
          <a:xfrm>
            <a:off x="1211576" y="5365031"/>
            <a:ext cx="2455616" cy="784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9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" name="Subtítulo 9">
            <a:extLst>
              <a:ext uri="{FF2B5EF4-FFF2-40B4-BE49-F238E27FC236}">
                <a16:creationId xmlns:a16="http://schemas.microsoft.com/office/drawing/2014/main" id="{F39B210E-9EA7-9225-3853-F41AD5ADA654}"/>
              </a:ext>
            </a:extLst>
          </p:cNvPr>
          <p:cNvSpPr txBox="1">
            <a:spLocks/>
          </p:cNvSpPr>
          <p:nvPr/>
        </p:nvSpPr>
        <p:spPr>
          <a:xfrm>
            <a:off x="3425699" y="5385813"/>
            <a:ext cx="952771" cy="48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2" name="Subtítulo 9">
            <a:extLst>
              <a:ext uri="{FF2B5EF4-FFF2-40B4-BE49-F238E27FC236}">
                <a16:creationId xmlns:a16="http://schemas.microsoft.com/office/drawing/2014/main" id="{CC769715-BF2F-652B-1097-B78EF003A2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4775" y="3801391"/>
            <a:ext cx="821848" cy="274575"/>
          </a:xfrm>
        </p:spPr>
        <p:txBody>
          <a:bodyPr>
            <a:noAutofit/>
          </a:bodyPr>
          <a:lstStyle/>
          <a:p>
            <a:pPr algn="l"/>
            <a:r>
              <a:rPr lang="pt-BR" sz="28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3" name="Subtítulo 9">
            <a:extLst>
              <a:ext uri="{FF2B5EF4-FFF2-40B4-BE49-F238E27FC236}">
                <a16:creationId xmlns:a16="http://schemas.microsoft.com/office/drawing/2014/main" id="{17BA82C9-4753-0858-75EE-53E12E714063}"/>
              </a:ext>
            </a:extLst>
          </p:cNvPr>
          <p:cNvSpPr txBox="1">
            <a:spLocks/>
          </p:cNvSpPr>
          <p:nvPr/>
        </p:nvSpPr>
        <p:spPr>
          <a:xfrm>
            <a:off x="2211903" y="3880292"/>
            <a:ext cx="1176338" cy="401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4132931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6B5A3A-F619-4CD4-1420-F701A0004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ítulo 9">
            <a:extLst>
              <a:ext uri="{FF2B5EF4-FFF2-40B4-BE49-F238E27FC236}">
                <a16:creationId xmlns:a16="http://schemas.microsoft.com/office/drawing/2014/main" id="{9F54B5C1-F3F7-C5AF-C456-09D507EC4275}"/>
              </a:ext>
            </a:extLst>
          </p:cNvPr>
          <p:cNvSpPr txBox="1">
            <a:spLocks/>
          </p:cNvSpPr>
          <p:nvPr/>
        </p:nvSpPr>
        <p:spPr>
          <a:xfrm>
            <a:off x="2112168" y="2474810"/>
            <a:ext cx="1176338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Descrição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E4E875F4-DAFE-36A8-0C0E-9A8ED87B6389}"/>
              </a:ext>
            </a:extLst>
          </p:cNvPr>
          <p:cNvSpPr txBox="1">
            <a:spLocks/>
          </p:cNvSpPr>
          <p:nvPr/>
        </p:nvSpPr>
        <p:spPr>
          <a:xfrm>
            <a:off x="1496122" y="2019732"/>
            <a:ext cx="2455616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chemeClr val="bg1"/>
                </a:solidFill>
                <a:latin typeface="Axiforma" panose="00000500000000000000" pitchFamily="50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" name="Subtítulo 9">
            <a:extLst>
              <a:ext uri="{FF2B5EF4-FFF2-40B4-BE49-F238E27FC236}">
                <a16:creationId xmlns:a16="http://schemas.microsoft.com/office/drawing/2014/main" id="{8CDB7137-25D1-4631-CAD4-AB6147D42FCE}"/>
              </a:ext>
            </a:extLst>
          </p:cNvPr>
          <p:cNvSpPr txBox="1">
            <a:spLocks/>
          </p:cNvSpPr>
          <p:nvPr/>
        </p:nvSpPr>
        <p:spPr>
          <a:xfrm>
            <a:off x="1211576" y="5365031"/>
            <a:ext cx="2455616" cy="784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9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" name="Subtítulo 9">
            <a:extLst>
              <a:ext uri="{FF2B5EF4-FFF2-40B4-BE49-F238E27FC236}">
                <a16:creationId xmlns:a16="http://schemas.microsoft.com/office/drawing/2014/main" id="{84F6EF4B-AA68-944C-A1DB-22C563E6CB53}"/>
              </a:ext>
            </a:extLst>
          </p:cNvPr>
          <p:cNvSpPr txBox="1">
            <a:spLocks/>
          </p:cNvSpPr>
          <p:nvPr/>
        </p:nvSpPr>
        <p:spPr>
          <a:xfrm>
            <a:off x="3425699" y="5385813"/>
            <a:ext cx="952771" cy="48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2" name="Subtítulo 9">
            <a:extLst>
              <a:ext uri="{FF2B5EF4-FFF2-40B4-BE49-F238E27FC236}">
                <a16:creationId xmlns:a16="http://schemas.microsoft.com/office/drawing/2014/main" id="{EEE6575A-3F10-4EA4-5720-F42981C64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4775" y="3801391"/>
            <a:ext cx="821848" cy="274575"/>
          </a:xfrm>
        </p:spPr>
        <p:txBody>
          <a:bodyPr>
            <a:noAutofit/>
          </a:bodyPr>
          <a:lstStyle/>
          <a:p>
            <a:pPr algn="l"/>
            <a:r>
              <a:rPr lang="pt-BR" sz="28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3" name="Subtítulo 9">
            <a:extLst>
              <a:ext uri="{FF2B5EF4-FFF2-40B4-BE49-F238E27FC236}">
                <a16:creationId xmlns:a16="http://schemas.microsoft.com/office/drawing/2014/main" id="{95B75DAF-4CE6-5158-0884-0A9A713FEF06}"/>
              </a:ext>
            </a:extLst>
          </p:cNvPr>
          <p:cNvSpPr txBox="1">
            <a:spLocks/>
          </p:cNvSpPr>
          <p:nvPr/>
        </p:nvSpPr>
        <p:spPr>
          <a:xfrm>
            <a:off x="2211903" y="3880292"/>
            <a:ext cx="1176338" cy="401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309211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EF888B-C0CD-5845-2579-583E527DF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ítulo 9">
            <a:extLst>
              <a:ext uri="{FF2B5EF4-FFF2-40B4-BE49-F238E27FC236}">
                <a16:creationId xmlns:a16="http://schemas.microsoft.com/office/drawing/2014/main" id="{EB1EB584-7928-2C75-01AD-B395BD016BD6}"/>
              </a:ext>
            </a:extLst>
          </p:cNvPr>
          <p:cNvSpPr txBox="1">
            <a:spLocks/>
          </p:cNvSpPr>
          <p:nvPr/>
        </p:nvSpPr>
        <p:spPr>
          <a:xfrm>
            <a:off x="2112168" y="2474810"/>
            <a:ext cx="1176338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Descrição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E9741DAC-DB35-E504-5724-F71DBAE5DA70}"/>
              </a:ext>
            </a:extLst>
          </p:cNvPr>
          <p:cNvSpPr txBox="1">
            <a:spLocks/>
          </p:cNvSpPr>
          <p:nvPr/>
        </p:nvSpPr>
        <p:spPr>
          <a:xfrm>
            <a:off x="1496122" y="2019732"/>
            <a:ext cx="2455616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chemeClr val="bg1"/>
                </a:solidFill>
                <a:latin typeface="Axiforma" panose="00000500000000000000" pitchFamily="50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" name="Subtítulo 9">
            <a:extLst>
              <a:ext uri="{FF2B5EF4-FFF2-40B4-BE49-F238E27FC236}">
                <a16:creationId xmlns:a16="http://schemas.microsoft.com/office/drawing/2014/main" id="{AEDB3ED2-587D-920B-8286-98ADE03B4DFF}"/>
              </a:ext>
            </a:extLst>
          </p:cNvPr>
          <p:cNvSpPr txBox="1">
            <a:spLocks/>
          </p:cNvSpPr>
          <p:nvPr/>
        </p:nvSpPr>
        <p:spPr>
          <a:xfrm>
            <a:off x="1211576" y="5365031"/>
            <a:ext cx="2455616" cy="784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9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" name="Subtítulo 9">
            <a:extLst>
              <a:ext uri="{FF2B5EF4-FFF2-40B4-BE49-F238E27FC236}">
                <a16:creationId xmlns:a16="http://schemas.microsoft.com/office/drawing/2014/main" id="{5DB9DA12-B9CB-267D-4FAB-A070F412823C}"/>
              </a:ext>
            </a:extLst>
          </p:cNvPr>
          <p:cNvSpPr txBox="1">
            <a:spLocks/>
          </p:cNvSpPr>
          <p:nvPr/>
        </p:nvSpPr>
        <p:spPr>
          <a:xfrm>
            <a:off x="3425699" y="5385813"/>
            <a:ext cx="952771" cy="48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2" name="Subtítulo 9">
            <a:extLst>
              <a:ext uri="{FF2B5EF4-FFF2-40B4-BE49-F238E27FC236}">
                <a16:creationId xmlns:a16="http://schemas.microsoft.com/office/drawing/2014/main" id="{6FB34CCA-4E2F-7A13-B387-4B656BBC4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4775" y="3801391"/>
            <a:ext cx="821848" cy="274575"/>
          </a:xfrm>
        </p:spPr>
        <p:txBody>
          <a:bodyPr>
            <a:noAutofit/>
          </a:bodyPr>
          <a:lstStyle/>
          <a:p>
            <a:pPr algn="l"/>
            <a:r>
              <a:rPr lang="pt-BR" sz="28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3" name="Subtítulo 9">
            <a:extLst>
              <a:ext uri="{FF2B5EF4-FFF2-40B4-BE49-F238E27FC236}">
                <a16:creationId xmlns:a16="http://schemas.microsoft.com/office/drawing/2014/main" id="{AC7D3759-D310-2312-E658-23A59C765769}"/>
              </a:ext>
            </a:extLst>
          </p:cNvPr>
          <p:cNvSpPr txBox="1">
            <a:spLocks/>
          </p:cNvSpPr>
          <p:nvPr/>
        </p:nvSpPr>
        <p:spPr>
          <a:xfrm>
            <a:off x="2211903" y="3880292"/>
            <a:ext cx="1176338" cy="401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1348709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93BFC0-90BB-D24B-CE76-AD7BFB700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ítulo 9">
            <a:extLst>
              <a:ext uri="{FF2B5EF4-FFF2-40B4-BE49-F238E27FC236}">
                <a16:creationId xmlns:a16="http://schemas.microsoft.com/office/drawing/2014/main" id="{B36690BD-FC0E-4E29-A6F0-B2B0A774852F}"/>
              </a:ext>
            </a:extLst>
          </p:cNvPr>
          <p:cNvSpPr txBox="1">
            <a:spLocks/>
          </p:cNvSpPr>
          <p:nvPr/>
        </p:nvSpPr>
        <p:spPr>
          <a:xfrm>
            <a:off x="2112168" y="2474810"/>
            <a:ext cx="1176338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Descrição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6D99410A-FAD3-4A8E-857C-BC3FF311834D}"/>
              </a:ext>
            </a:extLst>
          </p:cNvPr>
          <p:cNvSpPr txBox="1">
            <a:spLocks/>
          </p:cNvSpPr>
          <p:nvPr/>
        </p:nvSpPr>
        <p:spPr>
          <a:xfrm>
            <a:off x="1496122" y="2019732"/>
            <a:ext cx="2455616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chemeClr val="bg1"/>
                </a:solidFill>
                <a:latin typeface="Axiforma" panose="00000500000000000000" pitchFamily="50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" name="Subtítulo 9">
            <a:extLst>
              <a:ext uri="{FF2B5EF4-FFF2-40B4-BE49-F238E27FC236}">
                <a16:creationId xmlns:a16="http://schemas.microsoft.com/office/drawing/2014/main" id="{04F948BF-476A-B3EF-35D1-1F53DD28BDDB}"/>
              </a:ext>
            </a:extLst>
          </p:cNvPr>
          <p:cNvSpPr txBox="1">
            <a:spLocks/>
          </p:cNvSpPr>
          <p:nvPr/>
        </p:nvSpPr>
        <p:spPr>
          <a:xfrm>
            <a:off x="1211576" y="5365031"/>
            <a:ext cx="2455616" cy="784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9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" name="Subtítulo 9">
            <a:extLst>
              <a:ext uri="{FF2B5EF4-FFF2-40B4-BE49-F238E27FC236}">
                <a16:creationId xmlns:a16="http://schemas.microsoft.com/office/drawing/2014/main" id="{5D1823D3-CB37-3B18-CD88-F4906F5429B4}"/>
              </a:ext>
            </a:extLst>
          </p:cNvPr>
          <p:cNvSpPr txBox="1">
            <a:spLocks/>
          </p:cNvSpPr>
          <p:nvPr/>
        </p:nvSpPr>
        <p:spPr>
          <a:xfrm>
            <a:off x="3425699" y="5385813"/>
            <a:ext cx="952771" cy="48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2" name="Subtítulo 9">
            <a:extLst>
              <a:ext uri="{FF2B5EF4-FFF2-40B4-BE49-F238E27FC236}">
                <a16:creationId xmlns:a16="http://schemas.microsoft.com/office/drawing/2014/main" id="{0312CF84-8651-BFAC-4355-AA237B85F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4775" y="3801391"/>
            <a:ext cx="821848" cy="274575"/>
          </a:xfrm>
        </p:spPr>
        <p:txBody>
          <a:bodyPr>
            <a:noAutofit/>
          </a:bodyPr>
          <a:lstStyle/>
          <a:p>
            <a:pPr algn="l"/>
            <a:r>
              <a:rPr lang="pt-BR" sz="28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3" name="Subtítulo 9">
            <a:extLst>
              <a:ext uri="{FF2B5EF4-FFF2-40B4-BE49-F238E27FC236}">
                <a16:creationId xmlns:a16="http://schemas.microsoft.com/office/drawing/2014/main" id="{A1827207-C7AF-AFCA-1E9B-C32D6B7B9E1D}"/>
              </a:ext>
            </a:extLst>
          </p:cNvPr>
          <p:cNvSpPr txBox="1">
            <a:spLocks/>
          </p:cNvSpPr>
          <p:nvPr/>
        </p:nvSpPr>
        <p:spPr>
          <a:xfrm>
            <a:off x="2211903" y="3880292"/>
            <a:ext cx="1176338" cy="401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3805307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47EE19-5749-81E7-2F07-2955D8DBB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ítulo 9">
            <a:extLst>
              <a:ext uri="{FF2B5EF4-FFF2-40B4-BE49-F238E27FC236}">
                <a16:creationId xmlns:a16="http://schemas.microsoft.com/office/drawing/2014/main" id="{92BC64D3-15B4-B29C-F0D3-D44779B449A1}"/>
              </a:ext>
            </a:extLst>
          </p:cNvPr>
          <p:cNvSpPr txBox="1">
            <a:spLocks/>
          </p:cNvSpPr>
          <p:nvPr/>
        </p:nvSpPr>
        <p:spPr>
          <a:xfrm>
            <a:off x="2112168" y="2474810"/>
            <a:ext cx="1176338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Descrição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CB7679FE-28F4-582F-929D-30B0F92C9A15}"/>
              </a:ext>
            </a:extLst>
          </p:cNvPr>
          <p:cNvSpPr txBox="1">
            <a:spLocks/>
          </p:cNvSpPr>
          <p:nvPr/>
        </p:nvSpPr>
        <p:spPr>
          <a:xfrm>
            <a:off x="1496122" y="2019732"/>
            <a:ext cx="2455616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chemeClr val="bg1"/>
                </a:solidFill>
                <a:latin typeface="Axiforma" panose="00000500000000000000" pitchFamily="50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" name="Subtítulo 9">
            <a:extLst>
              <a:ext uri="{FF2B5EF4-FFF2-40B4-BE49-F238E27FC236}">
                <a16:creationId xmlns:a16="http://schemas.microsoft.com/office/drawing/2014/main" id="{1E5C78DC-DCEF-4E15-6110-29B66CCFD8FA}"/>
              </a:ext>
            </a:extLst>
          </p:cNvPr>
          <p:cNvSpPr txBox="1">
            <a:spLocks/>
          </p:cNvSpPr>
          <p:nvPr/>
        </p:nvSpPr>
        <p:spPr>
          <a:xfrm>
            <a:off x="1211576" y="5365031"/>
            <a:ext cx="2455616" cy="784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9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" name="Subtítulo 9">
            <a:extLst>
              <a:ext uri="{FF2B5EF4-FFF2-40B4-BE49-F238E27FC236}">
                <a16:creationId xmlns:a16="http://schemas.microsoft.com/office/drawing/2014/main" id="{9EC24A6D-F169-6109-56F7-2E57171E1A84}"/>
              </a:ext>
            </a:extLst>
          </p:cNvPr>
          <p:cNvSpPr txBox="1">
            <a:spLocks/>
          </p:cNvSpPr>
          <p:nvPr/>
        </p:nvSpPr>
        <p:spPr>
          <a:xfrm>
            <a:off x="3425699" y="5385813"/>
            <a:ext cx="952771" cy="48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2" name="Subtítulo 9">
            <a:extLst>
              <a:ext uri="{FF2B5EF4-FFF2-40B4-BE49-F238E27FC236}">
                <a16:creationId xmlns:a16="http://schemas.microsoft.com/office/drawing/2014/main" id="{F2A1E7AA-268C-829E-42BD-326665F785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4775" y="3801391"/>
            <a:ext cx="821848" cy="274575"/>
          </a:xfrm>
        </p:spPr>
        <p:txBody>
          <a:bodyPr>
            <a:noAutofit/>
          </a:bodyPr>
          <a:lstStyle/>
          <a:p>
            <a:pPr algn="l"/>
            <a:r>
              <a:rPr lang="pt-BR" sz="28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3" name="Subtítulo 9">
            <a:extLst>
              <a:ext uri="{FF2B5EF4-FFF2-40B4-BE49-F238E27FC236}">
                <a16:creationId xmlns:a16="http://schemas.microsoft.com/office/drawing/2014/main" id="{E461CBC4-20E3-6621-9D73-4704239C8244}"/>
              </a:ext>
            </a:extLst>
          </p:cNvPr>
          <p:cNvSpPr txBox="1">
            <a:spLocks/>
          </p:cNvSpPr>
          <p:nvPr/>
        </p:nvSpPr>
        <p:spPr>
          <a:xfrm>
            <a:off x="2211903" y="3880292"/>
            <a:ext cx="1176338" cy="401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3199065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3957A6-6916-34C3-100F-687F38FE2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ítulo 9">
            <a:extLst>
              <a:ext uri="{FF2B5EF4-FFF2-40B4-BE49-F238E27FC236}">
                <a16:creationId xmlns:a16="http://schemas.microsoft.com/office/drawing/2014/main" id="{D5FE0291-A03A-E00A-F0C6-05DDF24000C3}"/>
              </a:ext>
            </a:extLst>
          </p:cNvPr>
          <p:cNvSpPr txBox="1">
            <a:spLocks/>
          </p:cNvSpPr>
          <p:nvPr/>
        </p:nvSpPr>
        <p:spPr>
          <a:xfrm>
            <a:off x="2112168" y="2474810"/>
            <a:ext cx="1176338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Descrição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CB518338-C79D-9E75-FD20-67AC17AB5C9E}"/>
              </a:ext>
            </a:extLst>
          </p:cNvPr>
          <p:cNvSpPr txBox="1">
            <a:spLocks/>
          </p:cNvSpPr>
          <p:nvPr/>
        </p:nvSpPr>
        <p:spPr>
          <a:xfrm>
            <a:off x="1496122" y="2019732"/>
            <a:ext cx="2455616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chemeClr val="bg1"/>
                </a:solidFill>
                <a:latin typeface="Axiforma" panose="00000500000000000000" pitchFamily="50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" name="Subtítulo 9">
            <a:extLst>
              <a:ext uri="{FF2B5EF4-FFF2-40B4-BE49-F238E27FC236}">
                <a16:creationId xmlns:a16="http://schemas.microsoft.com/office/drawing/2014/main" id="{29EA5526-697D-1D95-6136-BCE4015667AA}"/>
              </a:ext>
            </a:extLst>
          </p:cNvPr>
          <p:cNvSpPr txBox="1">
            <a:spLocks/>
          </p:cNvSpPr>
          <p:nvPr/>
        </p:nvSpPr>
        <p:spPr>
          <a:xfrm>
            <a:off x="1211576" y="5365031"/>
            <a:ext cx="2455616" cy="784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9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" name="Subtítulo 9">
            <a:extLst>
              <a:ext uri="{FF2B5EF4-FFF2-40B4-BE49-F238E27FC236}">
                <a16:creationId xmlns:a16="http://schemas.microsoft.com/office/drawing/2014/main" id="{59A59A74-C19F-A946-CC89-2F96C8BB4A95}"/>
              </a:ext>
            </a:extLst>
          </p:cNvPr>
          <p:cNvSpPr txBox="1">
            <a:spLocks/>
          </p:cNvSpPr>
          <p:nvPr/>
        </p:nvSpPr>
        <p:spPr>
          <a:xfrm>
            <a:off x="3425699" y="5385813"/>
            <a:ext cx="952771" cy="48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2" name="Subtítulo 9">
            <a:extLst>
              <a:ext uri="{FF2B5EF4-FFF2-40B4-BE49-F238E27FC236}">
                <a16:creationId xmlns:a16="http://schemas.microsoft.com/office/drawing/2014/main" id="{16987F73-8B04-8EEA-AC82-31C62AE6F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4775" y="3801391"/>
            <a:ext cx="821848" cy="274575"/>
          </a:xfrm>
        </p:spPr>
        <p:txBody>
          <a:bodyPr>
            <a:noAutofit/>
          </a:bodyPr>
          <a:lstStyle/>
          <a:p>
            <a:pPr algn="l"/>
            <a:r>
              <a:rPr lang="pt-BR" sz="28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3" name="Subtítulo 9">
            <a:extLst>
              <a:ext uri="{FF2B5EF4-FFF2-40B4-BE49-F238E27FC236}">
                <a16:creationId xmlns:a16="http://schemas.microsoft.com/office/drawing/2014/main" id="{F9553FDE-B9E8-9567-608B-847F68B925D5}"/>
              </a:ext>
            </a:extLst>
          </p:cNvPr>
          <p:cNvSpPr txBox="1">
            <a:spLocks/>
          </p:cNvSpPr>
          <p:nvPr/>
        </p:nvSpPr>
        <p:spPr>
          <a:xfrm>
            <a:off x="2211903" y="3880292"/>
            <a:ext cx="1176338" cy="401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3792530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B9FC0-FE2A-56D6-8029-68D56061F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ítulo 9">
            <a:extLst>
              <a:ext uri="{FF2B5EF4-FFF2-40B4-BE49-F238E27FC236}">
                <a16:creationId xmlns:a16="http://schemas.microsoft.com/office/drawing/2014/main" id="{20D1FB92-5A03-D5ED-7A8F-D5705269C699}"/>
              </a:ext>
            </a:extLst>
          </p:cNvPr>
          <p:cNvSpPr txBox="1">
            <a:spLocks/>
          </p:cNvSpPr>
          <p:nvPr/>
        </p:nvSpPr>
        <p:spPr>
          <a:xfrm>
            <a:off x="2112168" y="2474810"/>
            <a:ext cx="1176338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Descrição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D09D9DA5-4110-B272-22A2-AF4B3D47EBBC}"/>
              </a:ext>
            </a:extLst>
          </p:cNvPr>
          <p:cNvSpPr txBox="1">
            <a:spLocks/>
          </p:cNvSpPr>
          <p:nvPr/>
        </p:nvSpPr>
        <p:spPr>
          <a:xfrm>
            <a:off x="1496122" y="2019732"/>
            <a:ext cx="2455616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chemeClr val="bg1"/>
                </a:solidFill>
                <a:latin typeface="Axiforma" panose="00000500000000000000" pitchFamily="50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" name="Subtítulo 9">
            <a:extLst>
              <a:ext uri="{FF2B5EF4-FFF2-40B4-BE49-F238E27FC236}">
                <a16:creationId xmlns:a16="http://schemas.microsoft.com/office/drawing/2014/main" id="{7616AF80-303C-4547-515D-32C1C9EA02E1}"/>
              </a:ext>
            </a:extLst>
          </p:cNvPr>
          <p:cNvSpPr txBox="1">
            <a:spLocks/>
          </p:cNvSpPr>
          <p:nvPr/>
        </p:nvSpPr>
        <p:spPr>
          <a:xfrm>
            <a:off x="1211576" y="5365031"/>
            <a:ext cx="2455616" cy="784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9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" name="Subtítulo 9">
            <a:extLst>
              <a:ext uri="{FF2B5EF4-FFF2-40B4-BE49-F238E27FC236}">
                <a16:creationId xmlns:a16="http://schemas.microsoft.com/office/drawing/2014/main" id="{5BB6548F-2DBE-65BA-D666-2718D6E223B2}"/>
              </a:ext>
            </a:extLst>
          </p:cNvPr>
          <p:cNvSpPr txBox="1">
            <a:spLocks/>
          </p:cNvSpPr>
          <p:nvPr/>
        </p:nvSpPr>
        <p:spPr>
          <a:xfrm>
            <a:off x="3425699" y="5385813"/>
            <a:ext cx="952771" cy="48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2" name="Subtítulo 9">
            <a:extLst>
              <a:ext uri="{FF2B5EF4-FFF2-40B4-BE49-F238E27FC236}">
                <a16:creationId xmlns:a16="http://schemas.microsoft.com/office/drawing/2014/main" id="{09A664DF-1FE2-D8A6-B4BB-D75956F69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4775" y="3801391"/>
            <a:ext cx="821848" cy="274575"/>
          </a:xfrm>
        </p:spPr>
        <p:txBody>
          <a:bodyPr>
            <a:noAutofit/>
          </a:bodyPr>
          <a:lstStyle/>
          <a:p>
            <a:pPr algn="l"/>
            <a:r>
              <a:rPr lang="pt-BR" sz="28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3" name="Subtítulo 9">
            <a:extLst>
              <a:ext uri="{FF2B5EF4-FFF2-40B4-BE49-F238E27FC236}">
                <a16:creationId xmlns:a16="http://schemas.microsoft.com/office/drawing/2014/main" id="{0A22829A-205B-6BBD-D345-B39F4C410685}"/>
              </a:ext>
            </a:extLst>
          </p:cNvPr>
          <p:cNvSpPr txBox="1">
            <a:spLocks/>
          </p:cNvSpPr>
          <p:nvPr/>
        </p:nvSpPr>
        <p:spPr>
          <a:xfrm>
            <a:off x="2211903" y="3880292"/>
            <a:ext cx="1176338" cy="401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3144495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E49522-AD27-76B0-03C4-7FD00BC7B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ítulo 9">
            <a:extLst>
              <a:ext uri="{FF2B5EF4-FFF2-40B4-BE49-F238E27FC236}">
                <a16:creationId xmlns:a16="http://schemas.microsoft.com/office/drawing/2014/main" id="{E5019618-AFC1-0A75-E671-D39BAF1834E6}"/>
              </a:ext>
            </a:extLst>
          </p:cNvPr>
          <p:cNvSpPr txBox="1">
            <a:spLocks/>
          </p:cNvSpPr>
          <p:nvPr/>
        </p:nvSpPr>
        <p:spPr>
          <a:xfrm>
            <a:off x="2112168" y="2474810"/>
            <a:ext cx="1176338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Descrição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00C2D9A5-B4F1-79B0-C9DE-3CA1A3278E45}"/>
              </a:ext>
            </a:extLst>
          </p:cNvPr>
          <p:cNvSpPr txBox="1">
            <a:spLocks/>
          </p:cNvSpPr>
          <p:nvPr/>
        </p:nvSpPr>
        <p:spPr>
          <a:xfrm>
            <a:off x="1496122" y="2019732"/>
            <a:ext cx="2455616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chemeClr val="bg1"/>
                </a:solidFill>
                <a:latin typeface="Axiforma" panose="00000500000000000000" pitchFamily="50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" name="Subtítulo 9">
            <a:extLst>
              <a:ext uri="{FF2B5EF4-FFF2-40B4-BE49-F238E27FC236}">
                <a16:creationId xmlns:a16="http://schemas.microsoft.com/office/drawing/2014/main" id="{EA76FB11-3D53-3614-A542-DD38CED6C38B}"/>
              </a:ext>
            </a:extLst>
          </p:cNvPr>
          <p:cNvSpPr txBox="1">
            <a:spLocks/>
          </p:cNvSpPr>
          <p:nvPr/>
        </p:nvSpPr>
        <p:spPr>
          <a:xfrm>
            <a:off x="1211576" y="5365031"/>
            <a:ext cx="2455616" cy="784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9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" name="Subtítulo 9">
            <a:extLst>
              <a:ext uri="{FF2B5EF4-FFF2-40B4-BE49-F238E27FC236}">
                <a16:creationId xmlns:a16="http://schemas.microsoft.com/office/drawing/2014/main" id="{B78AEA22-9B52-482E-B26E-9E21CF231C6B}"/>
              </a:ext>
            </a:extLst>
          </p:cNvPr>
          <p:cNvSpPr txBox="1">
            <a:spLocks/>
          </p:cNvSpPr>
          <p:nvPr/>
        </p:nvSpPr>
        <p:spPr>
          <a:xfrm>
            <a:off x="3425699" y="5385813"/>
            <a:ext cx="952771" cy="48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2" name="Subtítulo 9">
            <a:extLst>
              <a:ext uri="{FF2B5EF4-FFF2-40B4-BE49-F238E27FC236}">
                <a16:creationId xmlns:a16="http://schemas.microsoft.com/office/drawing/2014/main" id="{A2F83B7E-22D1-CA7C-24AC-C83F2FF6A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4775" y="3801391"/>
            <a:ext cx="821848" cy="274575"/>
          </a:xfrm>
        </p:spPr>
        <p:txBody>
          <a:bodyPr>
            <a:noAutofit/>
          </a:bodyPr>
          <a:lstStyle/>
          <a:p>
            <a:pPr algn="l"/>
            <a:r>
              <a:rPr lang="pt-BR" sz="28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3" name="Subtítulo 9">
            <a:extLst>
              <a:ext uri="{FF2B5EF4-FFF2-40B4-BE49-F238E27FC236}">
                <a16:creationId xmlns:a16="http://schemas.microsoft.com/office/drawing/2014/main" id="{97CFFB6B-717C-0C6A-DC9F-526568DEF9C5}"/>
              </a:ext>
            </a:extLst>
          </p:cNvPr>
          <p:cNvSpPr txBox="1">
            <a:spLocks/>
          </p:cNvSpPr>
          <p:nvPr/>
        </p:nvSpPr>
        <p:spPr>
          <a:xfrm>
            <a:off x="2211903" y="3880292"/>
            <a:ext cx="1176338" cy="401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425443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A038F2-6668-7ADA-A0F8-FFEA32B9B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ítulo 9">
            <a:extLst>
              <a:ext uri="{FF2B5EF4-FFF2-40B4-BE49-F238E27FC236}">
                <a16:creationId xmlns:a16="http://schemas.microsoft.com/office/drawing/2014/main" id="{0864DBE2-0B96-C3AD-7F42-0D028E405CDF}"/>
              </a:ext>
            </a:extLst>
          </p:cNvPr>
          <p:cNvSpPr txBox="1">
            <a:spLocks/>
          </p:cNvSpPr>
          <p:nvPr/>
        </p:nvSpPr>
        <p:spPr>
          <a:xfrm>
            <a:off x="2112168" y="2474810"/>
            <a:ext cx="1176338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Descrição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279EA606-8972-B8BB-BE04-48B8598A50BD}"/>
              </a:ext>
            </a:extLst>
          </p:cNvPr>
          <p:cNvSpPr txBox="1">
            <a:spLocks/>
          </p:cNvSpPr>
          <p:nvPr/>
        </p:nvSpPr>
        <p:spPr>
          <a:xfrm>
            <a:off x="1496122" y="2019732"/>
            <a:ext cx="2455616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chemeClr val="bg1"/>
                </a:solidFill>
                <a:latin typeface="Axiforma" panose="00000500000000000000" pitchFamily="50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" name="Subtítulo 9">
            <a:extLst>
              <a:ext uri="{FF2B5EF4-FFF2-40B4-BE49-F238E27FC236}">
                <a16:creationId xmlns:a16="http://schemas.microsoft.com/office/drawing/2014/main" id="{66F119BE-EE61-58CD-E416-D211F837449D}"/>
              </a:ext>
            </a:extLst>
          </p:cNvPr>
          <p:cNvSpPr txBox="1">
            <a:spLocks/>
          </p:cNvSpPr>
          <p:nvPr/>
        </p:nvSpPr>
        <p:spPr>
          <a:xfrm>
            <a:off x="1211576" y="5365031"/>
            <a:ext cx="2455616" cy="784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9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" name="Subtítulo 9">
            <a:extLst>
              <a:ext uri="{FF2B5EF4-FFF2-40B4-BE49-F238E27FC236}">
                <a16:creationId xmlns:a16="http://schemas.microsoft.com/office/drawing/2014/main" id="{65117527-9AD8-6B98-36B2-DAC6DDA7BD11}"/>
              </a:ext>
            </a:extLst>
          </p:cNvPr>
          <p:cNvSpPr txBox="1">
            <a:spLocks/>
          </p:cNvSpPr>
          <p:nvPr/>
        </p:nvSpPr>
        <p:spPr>
          <a:xfrm>
            <a:off x="3425699" y="5385813"/>
            <a:ext cx="952771" cy="48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2" name="Subtítulo 9">
            <a:extLst>
              <a:ext uri="{FF2B5EF4-FFF2-40B4-BE49-F238E27FC236}">
                <a16:creationId xmlns:a16="http://schemas.microsoft.com/office/drawing/2014/main" id="{F4759D50-A2A2-9E6B-ACA2-D2211BDA5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4775" y="3801391"/>
            <a:ext cx="821848" cy="274575"/>
          </a:xfrm>
        </p:spPr>
        <p:txBody>
          <a:bodyPr>
            <a:noAutofit/>
          </a:bodyPr>
          <a:lstStyle/>
          <a:p>
            <a:pPr algn="l"/>
            <a:r>
              <a:rPr lang="pt-BR" sz="28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3" name="Subtítulo 9">
            <a:extLst>
              <a:ext uri="{FF2B5EF4-FFF2-40B4-BE49-F238E27FC236}">
                <a16:creationId xmlns:a16="http://schemas.microsoft.com/office/drawing/2014/main" id="{906A0363-F55F-DF26-BC7C-5DB6EAC9F255}"/>
              </a:ext>
            </a:extLst>
          </p:cNvPr>
          <p:cNvSpPr txBox="1">
            <a:spLocks/>
          </p:cNvSpPr>
          <p:nvPr/>
        </p:nvSpPr>
        <p:spPr>
          <a:xfrm>
            <a:off x="2211903" y="3880292"/>
            <a:ext cx="1176338" cy="401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2005055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119CF-F0D4-C956-2F71-BAC3E5D23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ítulo 9">
            <a:extLst>
              <a:ext uri="{FF2B5EF4-FFF2-40B4-BE49-F238E27FC236}">
                <a16:creationId xmlns:a16="http://schemas.microsoft.com/office/drawing/2014/main" id="{F89C4004-9C04-A240-BFA7-9B6581306CC8}"/>
              </a:ext>
            </a:extLst>
          </p:cNvPr>
          <p:cNvSpPr txBox="1">
            <a:spLocks/>
          </p:cNvSpPr>
          <p:nvPr/>
        </p:nvSpPr>
        <p:spPr>
          <a:xfrm>
            <a:off x="2112168" y="2474810"/>
            <a:ext cx="1176338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Descrição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075CAF2C-8FF0-D239-8ED3-AABB28213E3D}"/>
              </a:ext>
            </a:extLst>
          </p:cNvPr>
          <p:cNvSpPr txBox="1">
            <a:spLocks/>
          </p:cNvSpPr>
          <p:nvPr/>
        </p:nvSpPr>
        <p:spPr>
          <a:xfrm>
            <a:off x="1496122" y="2019732"/>
            <a:ext cx="2455616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chemeClr val="bg1"/>
                </a:solidFill>
                <a:latin typeface="Axiforma" panose="00000500000000000000" pitchFamily="50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" name="Subtítulo 9">
            <a:extLst>
              <a:ext uri="{FF2B5EF4-FFF2-40B4-BE49-F238E27FC236}">
                <a16:creationId xmlns:a16="http://schemas.microsoft.com/office/drawing/2014/main" id="{EEFD8B89-39C8-EC8F-C9BE-F260059B87C1}"/>
              </a:ext>
            </a:extLst>
          </p:cNvPr>
          <p:cNvSpPr txBox="1">
            <a:spLocks/>
          </p:cNvSpPr>
          <p:nvPr/>
        </p:nvSpPr>
        <p:spPr>
          <a:xfrm>
            <a:off x="1211576" y="5365031"/>
            <a:ext cx="2455616" cy="784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9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" name="Subtítulo 9">
            <a:extLst>
              <a:ext uri="{FF2B5EF4-FFF2-40B4-BE49-F238E27FC236}">
                <a16:creationId xmlns:a16="http://schemas.microsoft.com/office/drawing/2014/main" id="{FDB94FC3-BF63-C7D5-C140-C82F453BCF14}"/>
              </a:ext>
            </a:extLst>
          </p:cNvPr>
          <p:cNvSpPr txBox="1">
            <a:spLocks/>
          </p:cNvSpPr>
          <p:nvPr/>
        </p:nvSpPr>
        <p:spPr>
          <a:xfrm>
            <a:off x="3425699" y="5385813"/>
            <a:ext cx="952771" cy="48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2" name="Subtítulo 9">
            <a:extLst>
              <a:ext uri="{FF2B5EF4-FFF2-40B4-BE49-F238E27FC236}">
                <a16:creationId xmlns:a16="http://schemas.microsoft.com/office/drawing/2014/main" id="{392F4C23-6875-0F6F-EBDC-D84DEEC3B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4775" y="3801391"/>
            <a:ext cx="821848" cy="274575"/>
          </a:xfrm>
        </p:spPr>
        <p:txBody>
          <a:bodyPr>
            <a:noAutofit/>
          </a:bodyPr>
          <a:lstStyle/>
          <a:p>
            <a:pPr algn="l"/>
            <a:r>
              <a:rPr lang="pt-BR" sz="28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3" name="Subtítulo 9">
            <a:extLst>
              <a:ext uri="{FF2B5EF4-FFF2-40B4-BE49-F238E27FC236}">
                <a16:creationId xmlns:a16="http://schemas.microsoft.com/office/drawing/2014/main" id="{0704B9DB-447D-A9B7-9C37-0DA3CC78E78F}"/>
              </a:ext>
            </a:extLst>
          </p:cNvPr>
          <p:cNvSpPr txBox="1">
            <a:spLocks/>
          </p:cNvSpPr>
          <p:nvPr/>
        </p:nvSpPr>
        <p:spPr>
          <a:xfrm>
            <a:off x="2211903" y="3880292"/>
            <a:ext cx="1176338" cy="401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1164181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B0177D-18B4-9FC2-0FF8-0E5033973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ítulo 9">
            <a:extLst>
              <a:ext uri="{FF2B5EF4-FFF2-40B4-BE49-F238E27FC236}">
                <a16:creationId xmlns:a16="http://schemas.microsoft.com/office/drawing/2014/main" id="{D67B73C2-3FA2-D553-25A7-4C79E32F847A}"/>
              </a:ext>
            </a:extLst>
          </p:cNvPr>
          <p:cNvSpPr txBox="1">
            <a:spLocks/>
          </p:cNvSpPr>
          <p:nvPr/>
        </p:nvSpPr>
        <p:spPr>
          <a:xfrm>
            <a:off x="2112168" y="2474810"/>
            <a:ext cx="1176338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Descrição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0EDCAAB8-0E7D-E9C9-14C5-2DC5DBB8725D}"/>
              </a:ext>
            </a:extLst>
          </p:cNvPr>
          <p:cNvSpPr txBox="1">
            <a:spLocks/>
          </p:cNvSpPr>
          <p:nvPr/>
        </p:nvSpPr>
        <p:spPr>
          <a:xfrm>
            <a:off x="1496122" y="2019732"/>
            <a:ext cx="2455616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chemeClr val="bg1"/>
                </a:solidFill>
                <a:latin typeface="Axiforma" panose="00000500000000000000" pitchFamily="50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" name="Subtítulo 9">
            <a:extLst>
              <a:ext uri="{FF2B5EF4-FFF2-40B4-BE49-F238E27FC236}">
                <a16:creationId xmlns:a16="http://schemas.microsoft.com/office/drawing/2014/main" id="{5AC01A5B-0D1A-F211-226A-684455A56E28}"/>
              </a:ext>
            </a:extLst>
          </p:cNvPr>
          <p:cNvSpPr txBox="1">
            <a:spLocks/>
          </p:cNvSpPr>
          <p:nvPr/>
        </p:nvSpPr>
        <p:spPr>
          <a:xfrm>
            <a:off x="1211576" y="5365031"/>
            <a:ext cx="2455616" cy="784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9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" name="Subtítulo 9">
            <a:extLst>
              <a:ext uri="{FF2B5EF4-FFF2-40B4-BE49-F238E27FC236}">
                <a16:creationId xmlns:a16="http://schemas.microsoft.com/office/drawing/2014/main" id="{93B81E12-98D5-37B8-FDC5-0251230E1B16}"/>
              </a:ext>
            </a:extLst>
          </p:cNvPr>
          <p:cNvSpPr txBox="1">
            <a:spLocks/>
          </p:cNvSpPr>
          <p:nvPr/>
        </p:nvSpPr>
        <p:spPr>
          <a:xfrm>
            <a:off x="3425699" y="5385813"/>
            <a:ext cx="952771" cy="48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2" name="Subtítulo 9">
            <a:extLst>
              <a:ext uri="{FF2B5EF4-FFF2-40B4-BE49-F238E27FC236}">
                <a16:creationId xmlns:a16="http://schemas.microsoft.com/office/drawing/2014/main" id="{E033E5C2-3EA2-7654-C9CC-94DE3D15C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4775" y="3801391"/>
            <a:ext cx="821848" cy="274575"/>
          </a:xfrm>
        </p:spPr>
        <p:txBody>
          <a:bodyPr>
            <a:noAutofit/>
          </a:bodyPr>
          <a:lstStyle/>
          <a:p>
            <a:pPr algn="l"/>
            <a:r>
              <a:rPr lang="pt-BR" sz="28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3" name="Subtítulo 9">
            <a:extLst>
              <a:ext uri="{FF2B5EF4-FFF2-40B4-BE49-F238E27FC236}">
                <a16:creationId xmlns:a16="http://schemas.microsoft.com/office/drawing/2014/main" id="{A0D53A87-6937-A28D-92E4-4FD566AEF578}"/>
              </a:ext>
            </a:extLst>
          </p:cNvPr>
          <p:cNvSpPr txBox="1">
            <a:spLocks/>
          </p:cNvSpPr>
          <p:nvPr/>
        </p:nvSpPr>
        <p:spPr>
          <a:xfrm>
            <a:off x="2211903" y="3880292"/>
            <a:ext cx="1176338" cy="401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2461976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0AD97D-DBBE-E046-13AE-6DCE88C9A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ítulo 9">
            <a:extLst>
              <a:ext uri="{FF2B5EF4-FFF2-40B4-BE49-F238E27FC236}">
                <a16:creationId xmlns:a16="http://schemas.microsoft.com/office/drawing/2014/main" id="{0BFA90B6-9253-C21D-F38E-F41F44607188}"/>
              </a:ext>
            </a:extLst>
          </p:cNvPr>
          <p:cNvSpPr txBox="1">
            <a:spLocks/>
          </p:cNvSpPr>
          <p:nvPr/>
        </p:nvSpPr>
        <p:spPr>
          <a:xfrm>
            <a:off x="2112168" y="2474810"/>
            <a:ext cx="1176338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Descrição</a:t>
            </a:r>
          </a:p>
        </p:txBody>
      </p:sp>
      <p:sp>
        <p:nvSpPr>
          <p:cNvPr id="27" name="Subtítulo 9">
            <a:extLst>
              <a:ext uri="{FF2B5EF4-FFF2-40B4-BE49-F238E27FC236}">
                <a16:creationId xmlns:a16="http://schemas.microsoft.com/office/drawing/2014/main" id="{E38EBD0E-CE16-508F-2155-693A9C1561A9}"/>
              </a:ext>
            </a:extLst>
          </p:cNvPr>
          <p:cNvSpPr txBox="1">
            <a:spLocks/>
          </p:cNvSpPr>
          <p:nvPr/>
        </p:nvSpPr>
        <p:spPr>
          <a:xfrm>
            <a:off x="1496122" y="2019732"/>
            <a:ext cx="2455616" cy="362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chemeClr val="bg1"/>
                </a:solidFill>
                <a:latin typeface="Axiforma" panose="00000500000000000000" pitchFamily="50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" name="Subtítulo 9">
            <a:extLst>
              <a:ext uri="{FF2B5EF4-FFF2-40B4-BE49-F238E27FC236}">
                <a16:creationId xmlns:a16="http://schemas.microsoft.com/office/drawing/2014/main" id="{DD9F7AA9-3B3A-E508-4C8E-583084DD3EE7}"/>
              </a:ext>
            </a:extLst>
          </p:cNvPr>
          <p:cNvSpPr txBox="1">
            <a:spLocks/>
          </p:cNvSpPr>
          <p:nvPr/>
        </p:nvSpPr>
        <p:spPr>
          <a:xfrm>
            <a:off x="1211576" y="5365031"/>
            <a:ext cx="2455616" cy="7848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9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" name="Subtítulo 9">
            <a:extLst>
              <a:ext uri="{FF2B5EF4-FFF2-40B4-BE49-F238E27FC236}">
                <a16:creationId xmlns:a16="http://schemas.microsoft.com/office/drawing/2014/main" id="{4A9AA56B-41A1-8512-28BB-D8A3964BC5A7}"/>
              </a:ext>
            </a:extLst>
          </p:cNvPr>
          <p:cNvSpPr txBox="1">
            <a:spLocks/>
          </p:cNvSpPr>
          <p:nvPr/>
        </p:nvSpPr>
        <p:spPr>
          <a:xfrm>
            <a:off x="3425699" y="5385813"/>
            <a:ext cx="952771" cy="488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b="1" dirty="0">
                <a:latin typeface="Axiforma Black" panose="00000900000000000000" pitchFamily="50" charset="0"/>
                <a:cs typeface="Poppins Bold" panose="00000800000000000000" pitchFamily="2" charset="0"/>
              </a:rPr>
              <a:t>,99</a:t>
            </a:r>
          </a:p>
        </p:txBody>
      </p:sp>
      <p:sp>
        <p:nvSpPr>
          <p:cNvPr id="2" name="Subtítulo 9">
            <a:extLst>
              <a:ext uri="{FF2B5EF4-FFF2-40B4-BE49-F238E27FC236}">
                <a16:creationId xmlns:a16="http://schemas.microsoft.com/office/drawing/2014/main" id="{C6116B97-9CB2-B0AC-9D32-40082883C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4775" y="3801391"/>
            <a:ext cx="821848" cy="274575"/>
          </a:xfrm>
        </p:spPr>
        <p:txBody>
          <a:bodyPr>
            <a:noAutofit/>
          </a:bodyPr>
          <a:lstStyle/>
          <a:p>
            <a:pPr algn="l"/>
            <a:r>
              <a:rPr lang="pt-BR" sz="28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3" name="Subtítulo 9">
            <a:extLst>
              <a:ext uri="{FF2B5EF4-FFF2-40B4-BE49-F238E27FC236}">
                <a16:creationId xmlns:a16="http://schemas.microsoft.com/office/drawing/2014/main" id="{63E26F1C-AE9F-C7FA-2163-59944C642A88}"/>
              </a:ext>
            </a:extLst>
          </p:cNvPr>
          <p:cNvSpPr txBox="1">
            <a:spLocks/>
          </p:cNvSpPr>
          <p:nvPr/>
        </p:nvSpPr>
        <p:spPr>
          <a:xfrm>
            <a:off x="2211903" y="3880292"/>
            <a:ext cx="1176338" cy="401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600" dirty="0">
                <a:solidFill>
                  <a:schemeClr val="bg1"/>
                </a:solidFill>
                <a:latin typeface="Axiforma" panose="00000500000000000000" pitchFamily="50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31131649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1468</TotalTime>
  <Words>144</Words>
  <Application>Microsoft Office PowerPoint</Application>
  <PresentationFormat>Personalizar</PresentationFormat>
  <Paragraphs>108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5" baseType="lpstr">
      <vt:lpstr>Aptos</vt:lpstr>
      <vt:lpstr>Arial</vt:lpstr>
      <vt:lpstr>Axiforma</vt:lpstr>
      <vt:lpstr>Axiforma Black</vt:lpstr>
      <vt:lpstr>Calibri</vt:lpstr>
      <vt:lpstr>Calibri Light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PRODUTO</dc:title>
  <dc:creator>Marketing-2</dc:creator>
  <cp:lastModifiedBy>washington oliveira</cp:lastModifiedBy>
  <cp:revision>54</cp:revision>
  <cp:lastPrinted>2025-09-16T15:08:56Z</cp:lastPrinted>
  <dcterms:created xsi:type="dcterms:W3CDTF">2022-03-22T12:55:10Z</dcterms:created>
  <dcterms:modified xsi:type="dcterms:W3CDTF">2026-08-24T20:40:46Z</dcterms:modified>
</cp:coreProperties>
</file>