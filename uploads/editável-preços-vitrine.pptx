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88163" cy="10020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C0"/>
    <a:srgbClr val="F7005B"/>
    <a:srgbClr val="2C5655"/>
    <a:srgbClr val="6D0109"/>
    <a:srgbClr val="FF2391"/>
    <a:srgbClr val="004751"/>
    <a:srgbClr val="003F5D"/>
    <a:srgbClr val="8F2B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AC8D-D328-665A-214D-5C261BA81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1D0C69-1755-1F3F-FCDF-4BA80645B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5F533-9D52-D4D0-730F-B022DD80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8D765-761E-A79F-2BE4-6B8D3F9B5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0CF2-E176-FA8C-EDA0-4EA6C077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30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EC13-F757-49B2-B290-08D4DF95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8C1D4-BD28-F0B1-1662-7EB73BB8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96E01-D9A5-23A2-BCE2-F3D1F6CF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FF73C-1752-58E0-4798-213F3A831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E9B5A-420B-AA7B-9ABF-8D9767A6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94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6FF1E-FBBB-14A6-13CA-CFE4D7A58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2DA51-BF3F-E3E8-6A0C-B87EBA190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F374-284B-1D3A-2625-C55E90173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D618-C81F-51F8-3C52-ADF09CB4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AC45F-AA4A-918E-4318-AF7BFB45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54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F2305-E147-DC99-CB56-87E21CC0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294BE-4449-877D-3FB5-601FFD4ED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A4F3F-00A4-A93C-A0A6-11E4A3406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D06D6-7AE6-58DC-C6B5-20ADC1C44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8967A-2AE2-E689-B65D-CC52072BD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EF90B-291F-3817-5EDD-54AD10EB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2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58DA-23E8-AAEC-2D5D-40FEDD56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08774-595D-61AD-F647-04E6D09E6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CC093-A9B0-C8DD-632A-742857F5E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E2E09-CEDF-67F6-8FED-2F7F458FF3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3AC11-235F-8569-E510-868F2C82C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4EA37-77D0-4E93-826F-C7AEBFBA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BAEE5-77F5-7A94-3994-332D1191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ABEDEC-E4AC-6607-4100-76A420602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55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B010-824E-CDF9-442B-04F4138B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AF289-808E-C4BC-8370-49C0576C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019360-E21A-AC7F-6D10-B9322004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3D158-77D6-C292-596D-9BDDB08BC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794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7E899C-1188-196B-EDC0-12B9ABC7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DE319F-D2A0-7AFB-9470-67FF5C6D3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61141-40DA-D112-3F4F-60F8CDD9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09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C886-4E20-AB72-F50E-3A8DDB43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2F37-3403-B1B8-4991-0F500E1DA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7C6F5-D1F2-5F02-2938-C11868CF4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4A36F-7F3D-9F98-D8C9-9CEE1A2A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3C6C4-3919-78CB-168B-85DF9F7AF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34870-AAC3-93E4-46BE-D3C1E879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2863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7E04D-D020-0453-D4E0-C8E326C2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8BBF82-C62D-009E-80E1-EC984A728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4AD2C-69D5-9AF3-C5FC-C60002EF3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613EF3-D2BE-CF53-E5F6-36F6416A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507AE-5619-BB6E-298C-3936D940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785CE-77A1-BFDC-FF89-6F958F41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0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DB20-A334-479E-68D5-32121587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51CA9F-AD11-0AEE-7D58-D7E958C58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ED9E9-304E-DE47-6CDF-2313DF568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81CB3-4506-A336-0E24-5121F378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B3393-0707-6B39-44F7-413B14E3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35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AC92F-9A13-06D6-5BF6-C5AB823BF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EA7F8-05E3-3533-9DBE-73A61DDBE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A62F5-4B68-1DC9-5579-318AF181D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B95AC-5259-9810-0C26-DA6C4B26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A413-07FD-BD51-0110-FEFE33E4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473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87263B-A5C4-C622-84EC-0BC3CE80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B450-0D43-7C9E-DE28-559A2A94F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2EDC-453E-77F7-8B5E-E2D5EFE6F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20FC-0E56-4C68-9F00-4A613BEE5956}" type="datetimeFigureOut">
              <a:rPr lang="pt-BR" smtClean="0"/>
              <a:t>29/07/2026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05DFD-A243-5A26-4387-4592ECEDF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BDF2-6C6F-4092-B5B3-E5BB90501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0F7D8-7ECC-424D-A3CD-EA2367A0798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22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07967643-D2DD-E407-E8AF-089F95343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3" cy="1880599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D583F0CE-7744-D925-F216-1F8ABFF88FA0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996897EB-C51D-60AD-B519-95523946485B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005FCFC6-934E-60EE-5058-D01690D6F0E4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4EF529B6-0702-5C86-936B-4A8736488F35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02C16F41-8E52-FDB0-1176-652894F3F6C6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A73C23F6-E1AF-0720-D764-4312151E6FC2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542433CE-C3BA-A8D4-9364-C51664160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3" cy="1880599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07E15BCD-68AD-3680-1ADA-4F1B9294594C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19F9BBF1-9649-4E57-4228-73474B2D48AD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FAFD4ECC-0623-3290-FCB1-7ED7D82D7D1E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1241FF7A-D08B-EEB7-9553-8EE1DA5B9A99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F378D2EC-D4EF-BC69-8223-5C858B0B305A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FDA264BB-FBE4-2B64-D488-600F0A7A7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3" cy="1880599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B97E0251-1722-1D15-77D3-AB748B36C2C4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A9F6B147-2AB6-E76C-D75F-71007A39D333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C4D93486-382F-5324-D5D0-715EB43CB42B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6A04B877-D2DC-E2E8-3560-84186254160D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AADF8AF4-3288-BC44-2CEF-ADF6EFC6A6A6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2F51EC43-E190-57F3-8345-492516DFB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3" cy="1880599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AF82BEDF-7FE9-E621-BFF4-96FEC9C07B48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8E0BBCB3-0DC3-00F3-3C77-2BEE44F9B9EE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8FE2AF10-1BA3-2ECA-4052-E5A7E9D316F5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0103B949-9E8F-A126-2663-536B9DAB7D4A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23CC7310-BCCB-8C1A-AB79-059EB2B97F68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713A31FD-D3AC-1170-B11E-25092F7D01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3" cy="1880599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0E92D32F-DB71-4C44-77AC-020A5393C7DC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A1DD6A6C-9D68-A7DC-A289-C51504B36238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28382360-2EF5-A457-9D07-15AD4D64C0C4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F90D0340-0C56-FC5D-4CBF-71FF3A35E180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50C1992A-4E28-E717-523F-35E239C59ABE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7057F316-2A32-859C-3EBA-92F34DF9B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3" cy="1880599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3B124BED-B9E7-5FA7-02E7-5E590C07F160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9E711EE2-B2AF-E73A-6BA6-74A4229488C8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6230EED2-5BED-8548-B263-0305DF859DBE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AFF8489D-2F51-8565-5C80-B7ACF7E57F01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F0EC947D-55F7-2F04-8C5D-B40130E8C15A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C2ED6D59-C956-BD28-0FCB-E9686193A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3" cy="1880599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3BA8F8DD-2399-894C-4ADC-EF04DF50FD0E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45251A5C-E362-5FA7-2DEE-169EBC67C12B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917C39F7-D41E-C404-25B9-FEDD7073C360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3A1A9B5D-00E2-1622-B9E6-1F8B2463DA6B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CD89200E-5323-22CB-C0AB-C4310B962D58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FEB4D7B8-D2F2-8B1B-A5B0-F8897878B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3" cy="1880599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6C1C49AA-9D74-699B-CEF1-CB4F4907D151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03D98907-FD84-88A4-BC0A-4D751B309B0F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3F0B4F5D-8C89-301F-95DE-C7D68E51692B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45790463-7AAE-C02B-3EA3-FCED58A3E1B3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D100A556-CCFA-A003-FF98-0A680367B9E8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209275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C5837-35CE-8C16-94AB-DF3F5F09E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6736EA3C-598E-1883-D8A6-0C84E9F8C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2" cy="1880599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87AF948F-DFF7-D3D1-7373-FC8A61FED161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FFA4AAD1-F16B-A04C-4175-9EDACA01116C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7C555C3E-8DDF-DF6A-1AFB-A547D60699D4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53727640-9F95-5744-3D3D-F76EE2549A96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F4221009-BE6C-7474-3ED4-C5AA2936DFAC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598EC028-20D1-29B1-04C6-83371EFAD0F5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44E58CE1-2DDD-2FF8-2D4C-8BF883CB5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2" cy="1880599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D49995C9-7353-640A-4339-7FF8BEFD72C1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E8265BE2-A9E3-A084-49AA-9D58F32F9A67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78E0098E-F053-0B04-0FD5-889888DA8962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CCF564CA-2275-648A-913C-8A6E117ABEEC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4396E156-AFD9-9354-A66D-12E99428E215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0F4D5072-22F3-2AC9-F535-53377F91D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2" cy="1880599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DC938E8D-DEF1-5EF4-D923-DFF9B147CD71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57D96865-9294-BF94-F340-59959BE5FF9A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478BACD0-9727-C92C-EA4C-682429B0C7F9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5CB883D1-F342-D269-CED9-5910E60B5905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C4CB1172-CD0B-B12B-00A7-341BB8BDC690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003E8956-564E-DADB-B795-990B75CEF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2" cy="1880599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858E161F-791B-172E-1600-57EA83C38D39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7610B99C-EEE2-6AE4-0CCC-51682CB07FEF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9FF98F41-8434-5BC5-1327-7BD9DC657CC0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BD6625D7-5B6F-B5DE-0633-57C3745C715B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D42B8263-B7EB-489F-2D27-7C2B9C8F937A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9A0249A1-F546-B201-E60C-F8938B74E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2" cy="1880599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44AC523B-9801-7ED0-8F53-19CD0392A975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5AA463CE-EF85-E4B0-9DD0-E0505BD43557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3C3A226C-6991-4C26-A841-EB957764F06E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F23C8904-7A41-4B52-2D5E-C440921FEDAF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DC09BA4B-9E24-D370-27F1-783E425E6CB6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86FF56EB-0619-9790-7CF9-FDA5440C4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2" cy="1880599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FB6BE645-5443-AD65-FA5C-8287E28E2195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8995AD87-5A2F-7AE2-FFAC-88830E9C5E7A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32C3D87D-3286-4042-0498-AF691AFD6709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9AC10A75-950B-3AA5-164B-DEE02DB0D9B1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427025A9-19D6-7DD4-AE80-C5B5E6B7C0CA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A2A90D43-F6EE-97C4-80CD-B7BE6DCC3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2" cy="1880599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650EB16B-71CF-A89D-BE12-09E6CEAF4A48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B5DE3FA4-E953-CEB0-8FC6-E71EC709DAE2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876771BE-2E09-B623-7A62-CEE9D66CE56D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693DDC0D-2BAD-19C2-EEF9-21830D706952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D407493D-0AF4-2F6E-3AA7-3D2772EED74A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495D0104-3023-1B56-AD42-1FDC22AAB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2" cy="1880599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D9A8C28C-7896-DA76-3062-2DFE7BEA343E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5AF54AD0-5754-A593-F897-7E4B891515C7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F8162402-5C19-D2DD-B433-8303C868C9BD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D88DE193-59DD-BE54-C231-51AA8A1EC314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5D741A1F-D151-3333-A837-04EE8A88F575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07435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0D29-6FAF-9676-B9E8-BCA272357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78466E9-17D8-9BB9-9DE7-0629473D6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2" cy="1880598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0AB76D7B-E056-AC7E-8D8A-439A93064175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F4CFDD86-0000-A59C-326A-15B067D98540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EBBF38CD-7FAD-EDD6-5D4B-89722244A14C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9988256D-2F1D-2ADE-C85C-4C56CD0561F7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CE98F3DB-C366-B4F2-5476-3BAA9D8823AC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1FA305F2-C76B-41C9-D011-3FCB75D596C2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27722E70-A5E0-81E5-2E69-CED78D6EA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2" cy="1880598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461489F4-DA8F-D120-FCDE-C773D6F4AD98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27C69DB3-4A8C-C66B-F1F7-6DE026147DDE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D335E028-511F-900E-78E9-3AA430FC7865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3A86BA53-EDF7-02E2-4EDF-025CD7883685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834C5CD6-6978-52AC-9BA6-52D0065DDE44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9445B7B4-9B7D-97AC-E194-0E86A0C55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2" cy="1880598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4324786C-7BFF-0268-FA1A-11F53C687CE6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ACBD1772-D827-261A-49FB-860EA6899CD6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3EB90CB9-B0D5-5060-C83C-B8D1B763D930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9A139554-1736-E86D-60EC-A5EC9DBD4D15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B7B87909-7B7C-8753-5287-554E3BFEE4EB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A341F42-3EC9-4FA1-6065-89480C48A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2" cy="1880598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3B7BEB96-4D4C-89E3-EE16-7624740117CA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64C1819F-89A8-E500-9A8F-3A84727AAB38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778B0989-DAD0-E91D-EA32-5E3429E8A837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CD22883D-0DA9-188D-B858-6FE693EE9BF8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B88357CE-CD4E-6B73-7B4D-BEA6A5607977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E8A40C76-BD87-9C80-43B0-13153119E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2" cy="1880598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909C2726-2283-A48B-2A5A-FFD492644CE4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EED46EF2-3B8A-5767-2861-7D9B88F11DEB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23444FE1-F619-FDD2-537D-22D81B13BED7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C12144EC-1106-22E8-B44B-B9604BD957CC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5C2F7544-2297-1E9F-5009-731813AD174A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75D12EEC-7004-ABF6-F8A4-5FA4043E7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2" cy="1880598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46436974-AF15-268F-ED7E-459352EB2FCC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69936747-D127-3739-A930-35E24272BC68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8189ADC4-0F49-E3AF-6E03-9897E90F4C48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22E5576B-3174-D616-5120-A727CD01C584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2B2B3644-FB17-681C-3728-F1957B3247B1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1C32C99E-1E7A-A615-9534-B55502258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2" cy="1880598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E853A422-78BC-2893-7F71-22301245619D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FAF0BE72-E451-D9BD-24E2-BF022D957157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8A04790C-34E8-9850-837D-E62EF2DECE22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D6BB3D7C-5DD4-1EFB-D300-0ECE48B911EE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02CA4724-BBB6-8382-247E-9DB72E8FFFD5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AFC3DA6E-15DF-33C1-E6E1-5F1E3E352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2" cy="1880598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E40E6C19-E3C7-06F9-8A7F-68E55753C888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F29BD1CB-2B90-4DFA-A02B-3B5EC95ECC24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1A61A1CC-C4EC-698F-0BD9-D857FC31DD84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47B1332C-CB47-8227-06C2-4F6FBB29C39A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26152934-C52D-FDFB-807B-358698170D44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2402232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DCB5-1F3B-AF65-656F-DF87C5360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A9EA3892-3C90-42D4-848D-84EC26810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1" cy="1880598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AF80CEC7-4E7E-6295-C59C-4E2FE70EE599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7727B0AF-1EC2-DF85-3AEF-CEF41F01F2C9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5E929E8D-E53A-F2D6-2CB8-68BE00F41154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2243C006-B0F3-724A-4D33-86D5B347B940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43577A94-11E3-ED57-FB2F-FFA1FED1F294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8756B3FC-EAC2-90DD-0CF4-C4283ABA1BF0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94BE978-4DDE-0D17-0620-1F02B5DB8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1" cy="1880598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E61BD273-E4E3-7DC2-66B0-1BAB897B1F51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0A6025DC-DB6D-E529-9BD9-9D0917DA9ECA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BB7AAE51-5DC1-FB5C-E726-E22564516B45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A50DC982-7BCB-5C39-16A2-06169A7C3389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4351C87F-B5A8-8360-3D4D-260E9B32CE27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76B4C411-8255-E012-A561-E1F7B4D84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1" cy="1880598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2BFB68D6-78F5-FB46-CFB0-74F54FF62F89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F44796A5-8504-F872-6501-D19731D9860D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6FA801DB-FA0D-11EA-115B-C9045DB69695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F5C08575-216C-626D-B004-782677CA804E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34E45024-B284-57E6-6952-51BA21D1FC2D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520A5F3F-77CC-FE2A-C2AD-8534CCAD8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1" cy="1880598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F917376B-65EA-41DA-CF21-92A17FCF29FC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D5BCC2C5-9C1B-0E2F-4D5E-1C2F317CB833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F4453F01-9002-C94C-CDD0-DCD7143D7CDD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C75368A7-E4AB-D61E-1039-E819FDA4AF80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373A0676-BC8A-4E15-4F3A-65A4B26A6D73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80BDD9A7-1272-5994-AB40-630E82DC8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1" cy="1880598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07ABA324-4A1C-CF85-AC7F-BE1C94474972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1D2C4C1C-C736-F9BA-D54C-0A10550F8BD2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55DB84D7-238E-9EBD-F81D-B5FF855F7797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BB6FAC3E-2B40-7A37-EFB7-AC71299F2362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1BDE8DC3-8880-E854-1CA4-2F0D13975DEA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DAB04808-CB5F-E0D7-CF78-927EA68D6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1" cy="1880598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C3F337B4-6E29-E72A-F4C6-206E441768F7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EDF577C3-F31F-32E4-3505-D400F7809F95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CCE7FCE0-4781-8002-DB53-A98F572E3670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B3F47E36-70B9-E96C-13E3-DF1E9B8871E4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AEA45EEB-8506-7807-E1AD-B5BDEEFE0032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CC9CA5E7-0890-A6A3-DE42-BDEA01134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1" cy="1880598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DBC51F24-1F50-D7D0-9B38-C64ED0AE8F47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64375CE1-F561-0CE6-5F10-853B1FECA267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0C627AEA-3E0E-BE35-8857-89018999D067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A9FD28CD-6B6C-FE40-BA05-39B39E0F8BA1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B402DF68-7B3B-199C-2E5B-1B82B3E06AB5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2888B975-BED2-58C5-6EE5-320AF2F73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1" cy="1880598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A19CE879-185B-0045-D197-715E8E87D09A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81685C73-7173-B0C2-6A1D-67B37DD0E8D2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C7449709-9BEC-DCCF-04A4-8FB24514E81F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282AD57E-6C43-5DA3-C190-2C28C687F045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31608C25-9E24-4D4C-FFDA-C02F74AC9C66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410808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FF971-9B32-9A7B-BA51-D5303886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F8A1E548-99C6-BC15-914B-C3D53ABF3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1" cy="1880597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5FA3E243-A587-B4CF-4279-1E0A1A36123F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3FA38B1C-3AC2-8D7D-4148-431913AE0D11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08BAA762-C3ED-2F4A-E355-C6F687CEA5D9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BBB33D9F-EE01-FDEE-53AC-30BA7542B63D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8073C3A6-FD2C-AABC-6A3A-0E2FF8626608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D50CED60-BB87-9ABA-F543-1C99207E6859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583A70A6-1333-9B40-79AA-75E256B668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1" cy="1880597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C041BCD3-51F3-4CB5-7165-277B1158A85D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E08EB3FB-3A8C-DD54-4B10-C19FC2D231B8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D7C644AB-FE95-D29E-A752-A05164CCDE8F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3220FFE6-98FA-5C9D-F9E5-7554063AE11F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09A41227-361C-3B04-021F-5F6C206339BB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AA8DEF59-1A1E-5906-350F-96A32016E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1" cy="1880597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5159D496-0BCB-ACB1-BC94-689AD2795823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DD2F461B-34CB-36A3-FF9D-D22847BDE85B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D8727768-D1E3-E1AB-3F61-E94D93008C9F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6C66C3AD-3A71-1CBE-68A1-158044D9A6FC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06C7C705-52AD-E0C8-52C3-7F136DCA5D55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BC3FFD75-4DA5-7C55-EC1B-ECD8859A8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1" cy="1880597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C123AF55-779A-CFA7-F81A-0F816F471D19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4022048B-16E5-E2C3-DDE2-66286BCC128C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F1BC9165-03F5-4D49-9CCE-F499B3C46392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FCF6DC46-DF73-EFFB-D72E-415D9625FC07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E2D869FA-D8E2-901E-D4AF-C369E5D609E0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58540CD6-F22B-9DC1-CA92-77E084EDD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1" cy="1880597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46324952-1E4E-D23D-786D-9FC6E257A8E6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D8E2B1F4-7001-2537-45EF-F411AB367D3A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244A2A87-A6A8-2881-F998-2899523D8375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8373953F-B726-070A-1135-DB661FA33396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8B638E14-D95A-4C71-E10A-E38205A1F0EA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A0985F55-CDDA-2CA6-F723-0BD8B68A5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1" cy="1880597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D1BC2BA5-3F6E-5115-E8BF-F5DB62D10C24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5BEA7EB6-8CF6-AB39-C40D-7CFAC5854D76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A0972A39-AC0E-46C9-6533-16485474132B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34EFF952-2511-AAA7-B726-BD1DCBD58938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CD6DCCF5-CDFD-96CE-787F-465F10B62069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D35097A1-FA8C-1545-8B4D-239B1282C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1" cy="1880597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CBDA775A-619D-8414-60BD-CD382132E45D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E1BA881A-6D24-9A38-E5F8-5555C1723778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FE1B1909-7752-9FBD-5EB5-4DCD7CC71530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218D3BF5-C55A-8E99-131C-C9FE71B20D0D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2BBC267B-0CAE-97A2-BD12-C35540187232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C512F7B0-0E2A-AFB7-8764-ADA1E04A0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1" cy="1880597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5E91C85A-02A9-2852-880A-79EA9797C4F1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C01DFBDA-8AAE-8804-CC91-A31A3852E78D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92E23A85-2100-E7DB-6ECA-E9E4299182FC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C4280B49-CE7B-66C7-CC2E-1C1196FCBD1C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A0F0E308-5D19-FC03-39B8-B6022885DB49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30814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562F-C732-8696-3A27-158D1D63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A3AC9E6-CAB9-5E33-DE73-58A2B5CE3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0" cy="1880597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4C4B64DC-9AF8-FF64-0B3D-E4518C2BB5EB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FAFECF72-F084-AF0D-F1B1-EBB113603480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A45660B6-771B-2169-69FD-3116EEDA987A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9489C1E1-F233-CBF0-F805-976CC197DC98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3C1525A2-1BB4-80AC-31A8-8EB2FF87ACBF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41169C0E-64F1-C4AC-E0E2-8913C2C9CA97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FE6A3E12-9218-776C-F258-679C70D9E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0" cy="1880597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9D2F89B6-320A-5104-9F61-E446DD9A91FF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7FED0718-C7B7-E8AF-DF6D-9873C6D83F34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6C6F6D34-7CAC-FB57-54B6-9D859F805FAD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034E2A45-2AB4-04D5-8DD0-3A364F11BEF5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005B08DB-38C3-EAA5-0F60-D0A5151FF0B2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019D0A9-7CF5-3DA3-234B-9AE67AC45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0" cy="1880597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951B20CB-9395-0D71-8F13-9FD7436168EB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FDF7150E-5C5C-7941-5B67-8A409F57BEB0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C534194E-7B65-4B8E-D536-1C03EC0858A3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FAA135FA-122F-F402-EF58-A567D0484D45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D340FA79-6E0B-0AE6-40BE-5AE8ECF0ECF9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7A1F3CFF-68E5-1605-5579-CA48EB6B6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0" cy="1880597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4D301D1D-8854-379E-C2BC-4F16436ED74F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958671C2-9A30-6B60-CB4F-B229D8BC2C46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6F759C37-2790-4AA1-AFA2-3E6537B3B161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FC84A14E-2889-A329-7AAE-6F0009434A98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5CDACDA3-3D63-3C21-B212-298951EB86B7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D0704CD1-5917-530B-89BC-A267014DE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0" cy="1880597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DDFC9372-57AD-FC37-022E-1BCA4C972A27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8E4D07D0-8872-6E25-496A-25095787EFFA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D7981C0D-91D7-12DC-80BC-212A2B87C30A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18CAD43B-C939-7758-D2BD-9EC72BA915A1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4DE448E5-7BC8-5DEC-2442-8CEB5F2AD6F5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0FC265AD-883B-AAC6-8F29-2724BF06B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0" cy="1880597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C0889040-7177-78BF-526A-A41794700B71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10A38AEC-E3E5-3BAD-BC78-709C9358F2FD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26AE8EB9-C922-2D89-AEC6-73BA3F221A5C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3CB2BB90-D458-3DA3-F045-587FAB74B914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0D4CE068-B205-E88C-8A42-BD35F8B5F149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0E7B01F8-1720-7E37-0CA0-3DEC71EC3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0" cy="1880597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15930529-DB4D-801A-2FBC-66F8CA1B5E03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2A896DC1-A649-E742-ECEB-0EF661727CB0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AE6B3AD3-A4B6-A8C7-857B-D32F8FD81802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79D208C6-A2DD-5199-C680-3DD5D0E6C7AF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F2702497-8066-025B-C630-A172A7124C24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9FC11C63-88E5-6134-7BF0-DDB8F906E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0" cy="1880597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1BB738F2-2122-6EE1-FA67-E80DC2B84B51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BB389005-BF07-5087-1BEF-8B4A03F4DD67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2A34C5C1-2E0F-AAF2-8FC0-A22E055D64C9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82636CA1-6165-6539-9E4E-BEBF31BC1F5A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9DFD9269-76BC-5D5D-A60D-30C539D8D0A2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16587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21AF-D069-65BB-8B50-0EB1E91B5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7D8B65B6-D7EC-7BE8-EBB1-A4299395D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50" cy="1880596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4FA0CEE7-31A7-15D6-5384-8E807C317792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062FAD57-5A2F-FDF4-C497-C62B0DCC5B95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204F83F1-0D43-B4C0-71EC-33831E39933E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0E4B436D-EF56-3FA6-AD73-C4B3BB7FA487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E63DD76A-0413-0312-4FAA-32AD54E4F45F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B86932A3-17AE-5BB9-0BC9-30DAD0696A72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07072C0E-B6D7-48C2-2534-730E839BD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50" cy="1880596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350433FA-E13D-AE89-5F6C-2E5F5EB5A09F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9A353D91-114D-0212-483A-1B5D036FBA00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2D580FC1-155E-AEBC-C9EF-E2FAA4AEC574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799B4ADA-162A-3943-4A23-A80B734611BC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7F12BE18-1E7E-6524-254A-A96EDEE7EF80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1B2BE3CC-7ED8-50C7-D7A8-2ADC8340F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50" cy="1880596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D4F1E7C8-6E92-2A6E-ACB9-8D45BE8B1DEF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AF2FD025-9CF1-53E4-41F1-F229E9969C6B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562B6DA4-3003-304E-C20D-0A5826F483DE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488DA87B-D1DD-18C9-6249-D34F9EBF1C08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CEAE549A-63B8-BE37-1580-8733FB12E461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8BE0EDD9-44EF-2B33-6100-63FCFCA8C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50" cy="1880596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6A5A270C-B61D-FED9-D7D9-0ABD5B56EAF1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E6D2DF68-2D46-1E2B-C0DD-122E622DA26D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D605B34D-E35B-6570-3246-66BA344182BA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86B20322-7205-9E53-DE85-21490AE9DB9F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8EB567E5-0696-296B-35C4-E9B6FBB547F4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29E35325-BF4F-A102-011F-A4B8A2C73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50" cy="1880596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43DB747A-8F10-61EE-06C0-5FDB1EF3AFAD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A19AB1CB-1764-1E02-431E-B71878C9B57E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CE448E02-F051-701E-E278-41BD20A7D8FC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5BC8084C-E143-8958-7192-D22711775729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C366F314-DF40-23F5-350C-7D6A9C41FA3B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C5622732-C529-567B-1332-496BA56AB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50" cy="1880596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5155C31B-634A-50B5-C6FA-9CC2591BEEBC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2377BB37-D774-67F0-BDDA-A342FDE41D07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652C0DE9-D8AD-8A06-7E9F-955EACE3AE57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1C03EAD3-6636-EE6B-9DCC-27500F49A38B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370B82A0-CB2D-7938-340C-3150F81235BA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D0F1A870-E235-1035-3D78-1238F1A0B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50" cy="1880596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AE594B52-9765-13D8-4417-34116B70C50A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83CFDE00-74BD-032B-E487-1D1AAFE96BF6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6A916852-69A4-B90E-3479-21F0D65C7D68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838D17CB-E4E5-E915-15E1-59D501FB8868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6CE18F28-D3A0-16D3-C53E-C99DBDE59951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74E30577-6998-3F93-818D-01E43D671C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50" cy="1880596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9EBAB5BE-69B0-FD56-707A-1CD1BD062364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5B92F55C-733F-A86A-ACCC-B5C524D0BA8A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14707988-1240-ED98-1D15-5EDD35CC6153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80374CC6-FDE3-AA5A-A4B7-8C9FD46210C4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17B4DDE6-F675-1342-62E0-12610176EC9E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322161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3421-B743-85FE-A0C7-78F3F0D2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5BC45F09-5A2F-F49D-A629-C992B0FCA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9" cy="1880596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85F70840-F09A-4C2B-E262-568B062EA59B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DBB0B083-8BB6-7092-1CAD-A6DAE2B51795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6899EF3B-6CC5-8575-5B60-26A63C1AD9A9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C08DDD88-7A96-5DD8-3D38-F8ADD49DB6F6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E3FF9463-4F49-F10A-E724-00CE0758000A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52194326-A625-2F3C-5D95-CC4B0FB95C15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E6B9B6B4-4358-4AD7-ECD5-87D1AAE83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9" cy="1880596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F08C87AA-3F0C-EE36-1314-5D9B2C08AD59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8077F568-1B90-E099-88EE-53AA3F06AF3A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0E987446-8E3A-9E7B-C10D-3FCD08E6926B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C9782A33-4C0F-B93D-EA86-328C0DA95F42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CA775213-FB31-4123-0BD5-90FD563E4241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726C62B3-2CFD-59D5-CDFD-6D9D46372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9" cy="1880596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74C59F61-0122-7A5C-ECCF-39DD6657C37C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0BE990A5-E862-CA42-F56F-DD4B389DEA36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1E7A8995-E03D-2202-78EF-4B3005DDE4EC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6E9AC678-7C90-DB49-C2A7-A418E4E54228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58022D53-3F4C-85A2-DD0E-D6168488E659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528D9A9D-88B5-FCF1-E5B4-9ABD55F08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9" cy="1880596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C5CA398B-E1B6-0E43-9A7A-256D4C06920C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9232B835-30AD-9BB9-ACE8-E8F3E1043619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AF89F8CB-754F-F76B-D8BD-6D367A769DB6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F1B55E77-2DAE-C4DE-C5A4-787919013F96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6199D349-E4B1-B72F-C4C8-CB007E16D2AB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79B1707C-7356-7D5F-A380-8509370C9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9" cy="1880596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A37ABC07-09F2-7493-C8F2-D2D90C8BB1DF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0DD7B80F-5BA3-217A-7293-C34B95B1D1D3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13795EDE-1A4C-0B06-25E6-676014141314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3A02223D-9CE2-6980-9046-5D325FA1CEEB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F75FE150-D190-AD18-FFCA-7E6B5169D092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82434C0A-34E1-F43B-4E0F-25BE935C4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9" cy="1880596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56981EEF-629D-060A-50DA-FC670B1D29A5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7FD03929-8ACE-0B80-639E-914738326CDE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EDAA2648-3821-06B4-FFC8-AB6BA9602C4B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6E5C882B-1BF1-EC17-E24D-F887735F6796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AF74026D-DEBC-2560-0F8C-C5D8E48BEC28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44BE9D80-AAFD-66C7-05B1-E43DF73BA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9" cy="1880596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E9349667-7ACA-6239-F589-58CC602927BB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D8375D97-7121-9158-0B79-5E12EED55AB5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C3DAE399-A2FD-5E27-9F9F-627C34AC4109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992A33CB-4A65-DF53-E951-313DFD19DF9E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92DDA08D-F623-1B38-2B9D-F493F03C3842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A6B5D0CD-D075-AA73-2636-73DA5098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9" cy="1880596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C0FAFC68-4B8D-FE08-4934-E5AC0C853CC3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2DEF798C-DF9A-1B94-7B42-3A62C804CB7F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B8DE430F-B3F7-E9E5-BC7C-2180AE91B6E8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D03EAEBA-5182-0269-D998-4EE9E017F120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2563C66A-AADA-32A5-A5E1-078DF83C7A90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52459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B0F0-D58A-D303-D353-3FBD9DD4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44E28B32-3848-8908-9A6D-4EBFDBB4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9" cy="1880595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592AEC03-5521-EBD3-0AB2-BBCF5E9BA690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CC71F8E0-305D-AC66-98EF-0C0B697779BA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0993E1F9-C512-095D-D275-951EA2CEE045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CF33B080-F801-486A-70FF-1199C156CC4D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9FF20F99-AE01-6206-ABB4-377F64BEC70B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BF05F5CC-AFA6-A5BD-F797-2AD2B86E5D05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39AA934D-16FE-ED04-76E6-68F427EF9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9" cy="1880595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044B4B7A-E527-C7AB-E35E-FF1F15FF4B88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1B067F4B-41A3-61BF-B6D8-59252EA6C204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18132368-55FE-F26F-84A2-49534434F98F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67417246-89E3-1852-FBC5-8D885D183004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8DC13113-D27B-F5B2-EBC2-FF9AEA0AAD95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514D9BEB-DF50-ECA0-F7F9-0DD52A0CB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9" cy="1880595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51EC0599-F70C-700B-D2FF-309FCF462109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A75A1EE9-C57B-A946-E611-AC71B2A6E969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C6F3F9B4-3714-F7A9-E024-A19EB19EC055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BCB2003B-53AD-A69F-7743-7E769B890AB2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499E31CB-CB1A-8BCD-3A08-1FD8BC0D9DDA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2E4CEF82-B61E-D831-3517-6E123DB68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9" cy="1880595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88A53E3C-5504-79DA-6DFF-FCB175AC06FA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99641131-E9F8-3DD5-51B9-653E1AEC7ED6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C10B6EAC-1987-E2C0-0B8B-F482ED87A7DB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E925F646-D39A-DCC0-D7FE-4F071459EE26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AA206962-E604-9936-2C90-FF0C8F4B0863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F01A63C1-433A-1640-7809-2AA5157C8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9" cy="1880595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1866DA76-F8E3-077D-00C1-82F9616D419E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12070ABE-8552-A5FD-EDAA-2C7AC4E61084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7153D5E9-0AB8-9CB3-AF3B-CCFF0A3ADE66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1AD2CD0F-BB95-79CA-ABBB-C860DC6D0A2A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7EBE4B32-787C-BA3A-D132-96E04B311710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A69E9665-FCEA-A9FF-A2B1-BE863C4B6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9" cy="1880595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EFB0275B-9BC0-28DF-996D-EDED447F21CD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1312CFD1-06D4-A3AA-1F77-56B807EB5160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68AD7761-3D01-346D-1AC0-062150B8C185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96A7D32C-720D-0F62-5577-548B702E368B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AF39477C-D1B7-FF09-2B39-CA382D93FE98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71287CC0-EB4E-941B-755D-09A664538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9" cy="1880595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B773128D-30B0-17AF-7EAF-B83C687A8603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BD6A77BC-09E8-26CE-17D3-C1B2FD3A40B7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0D0172EB-1A56-9BA8-712A-C2F633ACA50D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A9EC7FDD-5CD9-C1C2-BCD4-5833F5A274E2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879EE459-D07B-9F4E-B370-A7320982D72D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62F8F7EA-061B-7A91-E7AB-484C4D89F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9" cy="1880595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5294C2D8-1B43-2548-0A87-27D4BB9CB6DD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280B0ED1-D308-FF57-3052-F47542734C9B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D2A93F21-6B52-D176-9E90-751320F7C74F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F628B3B8-D589-F359-B7B4-08AD75E77E5F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96B43D19-45AF-1866-9F37-4D56DE181AA6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427227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5DA84-639A-EA10-19A0-6B62BF15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0B155FC9-94E3-7966-22B4-5BCCFF8440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8" cy="1880595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4721C5AC-E744-D85A-FF07-A49CDA828DCB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B9E1DF21-81F4-A370-8A3B-F1DD59781568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12BF575A-A273-12AC-9ED4-7F29800A91B3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4BAD471C-24F8-DEFC-6F49-CA460B5C6C6F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627C7765-5479-C3EE-F59E-BB8242BD58B9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DEE61202-84B0-99F2-D87C-4B5409FF8715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8ABE120-301D-684D-839E-E12DD6E2A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8" cy="1880595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46700CF6-0B29-F53D-5355-8403FD082E07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0E188A32-7C9E-0549-B216-C99679592E98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C675D816-DDD0-F897-2A31-E662846CD5C5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30752B26-4F9A-9B34-7B24-1FCD3C6EE749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032CAC0A-2DA9-3BE1-C15B-6C2EE85E6D0D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D08A7196-1887-89C9-28FE-EF86CF7A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8" cy="1880595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B5D2EC86-2269-FD5F-48DA-202CB83FC507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6B6C746F-5CA6-64DC-47BB-2A640485A690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285DC527-257E-B0AD-FC63-AF72ACC6EFFF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214545BD-9D02-BD44-44F9-4E17B4E086C2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5A46DD16-9D66-5257-7D70-94B534E07329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4F7E46D5-1668-1F15-0390-59B6AF268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8" cy="1880595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F8899BCE-9CE9-3733-D15F-7409634A3EB0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E39F07DC-35A4-F2FF-E313-197C0D9174EF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5729067E-489F-24A3-9BA8-245B74DA95AC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EA92EC33-9D77-E23E-2036-2FCE076E1ED6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904129AD-D3ED-974F-B8A0-BFF0FF141030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F7F103D0-DFC0-DD06-89A9-18614F182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8" cy="1880595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02828333-290E-01ED-3008-16D6A79E80BD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1124B409-1E38-3FE7-6419-04DC99627570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C33C5E9A-0A5F-9DEC-6805-4E65271C3DF1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92FCF19D-5CC3-9559-6FA8-F47372924A13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041C6256-5B3A-42DE-78CE-CB5B9D45384F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1C0B5EC9-9140-0449-7452-553A60ABD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8" cy="1880595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F21D24EF-35D0-D87B-5467-EB01A3A249C0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66652A26-1FDB-4A8E-F44C-DBE7F11E96AD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955A0979-AD4E-3281-2512-5C0AF20DAF75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DCCB9976-4D60-4111-9452-1346832E6D39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5845F8A4-3D03-71EE-B829-83A1A505FD44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CD6788D2-8BE2-7FBF-A4DD-C1505EBF4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8" cy="1880595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4527A799-FACC-2095-0C37-FE32C4CBF9DF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931E3F9C-6C15-6A9C-EBB5-D7070410D6EC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56AB4489-4B00-2F32-F200-8B193B36206D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71579A38-8A74-D4C1-8CEB-ABC689ACEA64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6DADC55C-8FB1-609C-FDD2-B60908CE402A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8879DE5B-C180-4C5E-8DE7-2DCEEF1E2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8" cy="1880595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0221F4C6-CD4B-3B4A-3586-9CEC51B73A66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CD6BAB1B-BA65-6FA1-01B4-68766A0CADC0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C99B761C-6F8F-96F0-9209-B567A51267C7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5B409BFF-2E0D-F5AF-9D6F-3474CF54DE5D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9EF45F2F-68C6-E92B-76B0-7A1B98D86146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36186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569C5-58E5-10D9-20CC-42E00F78A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203081D5-6CB2-BF58-099C-E224918CC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8" cy="1880594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97AAED1E-6247-F689-4D04-5E25B32A5F2D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21C411F8-F809-F17B-2760-B8112A29BFBA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F0D8D9A5-BC52-BA16-ECA4-FF9AA987F2B5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DB426530-671E-EE3F-40E6-993594D7775C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2CD179AF-3B31-8A0F-3299-A292813748CB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EB354455-C7EC-FB75-7D46-5AA62A15751A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DD37911-175F-3875-070E-FF3EFDA51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8" cy="1880594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0D720A83-B891-3F7F-1743-6D19EAAB8EE4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CBDBFB4F-15D6-D71C-C09D-463C5B8DCCBB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8A53B64E-10FD-5CB0-ADB7-BAEE8DA3E9ED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3428623F-F250-6994-5FC9-16BFE3AEB2DF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C18549A8-0D1D-B38E-5A4E-B55A458252C0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DC35A3D1-B542-3CDB-ADD5-BC4C1F908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8" cy="1880594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08483E2A-D872-1350-0BC3-94B70600FEA2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B52E0C87-8A6A-EA5E-54E2-051A7C5DDCBC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5053E131-9E6A-97D1-619C-260536303C62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AD8EA2B4-2DD6-9AC9-6F8C-F0299E35D6E4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E27F403A-4539-098B-892A-587849F3EE12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7377464D-07B2-734B-B668-8E6F5FD5F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8" cy="1880594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E3E1826F-7626-D546-1FCE-E33AE82AE424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34FAD2B0-3638-CA2C-7FB7-427F3AE07FBE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69B158AF-2295-5AE5-361E-250035FB9920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A6B59DD2-B34E-F550-2D3D-73227A116BDA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D4C4B3EF-89C7-42B5-C090-DE60809C44B5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5004954E-9D1E-8F73-E425-EF43FD197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8" cy="1880594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BE138298-49D4-43A8-A367-7EA788234862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56927748-E9C4-9EF5-84BB-B8A2BD1D586A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68136DA1-0402-C2E6-74AB-42462FFE2F30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0B2B562B-A029-373C-D5EA-25030F005F17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77BEBFF1-6D54-6677-B549-F50FCB59145D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BE4DB095-1956-CCFA-9AB3-F6F994408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8" cy="1880594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C330AB9F-FD57-E4F6-65EF-307021ED0CD9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941BFAE7-6FBC-68FB-0FD1-2560249389FD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51C2E9D2-1698-361D-16EE-D56B2B741B3A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60ED8C77-FA97-5223-9D6F-F18FD022E6B1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2F9DF2BB-814B-E64F-49B9-998FF1CAB40A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B051D806-133F-C1C3-E9D1-D8D4E030E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8" cy="1880594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BBC85D45-F277-3D63-486F-01387F6DDBDD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48165EF6-30CA-0BAA-AB77-F0186407F0CE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27ED692A-A57E-A69C-198D-37178164A7AD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2C22A2E9-1805-B75F-BDBD-C1CE66793416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DD22D4EE-7673-8282-907D-3E4724BD12E7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A8B7E481-08E6-EFF1-B8B6-F49276592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8" cy="1880594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A8061625-2620-FC16-1C26-A311FE0F9283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C2BDEB5E-72F8-50C0-CEB5-850C1BD91779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959FDCE1-C8D7-3442-44CC-81CCB5C18CC8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107C7DF1-5C91-ABA6-7259-2E28CEB1E27D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0A757347-7781-B266-EF09-EDEE934670F2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167804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5EED-CA9B-C5E0-F737-A7D693A87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877813EC-2351-8444-62D8-ED2A89F87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7" cy="1880594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E1D5AEFB-C304-511B-6B9B-7C69845E10C3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8989F276-063A-12CA-EDC6-4D5434A2FB1C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8A5432F0-CAED-9319-5E94-ABA4107D07A8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68C53422-8F0C-B402-24A4-C7901EBAF143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B6C37B24-DC7F-3CB4-935D-76393D08CCDA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B9364896-5306-E0B9-2D72-320879F9065C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7F497D45-7319-662E-04E6-B3B9E340F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7" cy="1880594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4FAC7C7C-47F6-447D-7450-5BF03B0292B8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5BAADCB6-550B-5603-5949-D0A3C4F28EC7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01794D54-30B4-3083-3DBD-BA1F74417F0E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F67E7720-81C4-1819-6A1C-AE1A7138A6B8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9E36487B-EE84-73DE-E088-79CBD224D021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F619236-C49E-CD91-E783-A3AC13F6C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7" cy="1880594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B862EA4C-F709-4AEC-C11D-261A6984858E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68CD91E5-4EF7-6C64-3960-0ED3C70ACBB8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13DD31E4-A0D7-F3CD-4F9B-856449E027B9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EF6ACC6B-AFEA-E06D-C2B8-FEEC13F90717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DA21DF6A-3FB3-D72A-3F9B-409ECAC06496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493A12B5-839F-98CB-60CF-26D978164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7" cy="1880594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96E52433-1BA6-4865-1133-6297B0166EC0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944D5F4F-CBB2-C564-6F97-300364F52AA7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1D09C37D-FE37-1111-2563-D15B2E3FD39A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B6D43A59-13BA-E9F9-DC07-87ECCA0E09AB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D7B9C1F3-5E62-26F1-E236-B0B30768E6A4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62470489-9233-268B-69EB-4136F59DA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7" cy="1880594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B9BA34C0-881A-49AD-4D0E-F16F0C236A23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AD7BF286-D83E-F983-002D-011F58E822FD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6D76B839-1E61-9576-0B07-51163CADA702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E7C0AED9-2317-C691-8E79-3A7C2A81AC04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FF28FC9A-490C-A735-0F57-A36A50F9C5E8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60228587-F632-32B1-66C2-75DA96C5F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7" cy="1880594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70573FD9-7E40-9AF7-4E26-896DB89F3224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B9B06E38-AF7D-B384-E7CA-961A042120F2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F4384B75-1237-8D65-626B-EC97914EEBC4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E27BFA5B-4994-741F-D335-752549715449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6BD4D560-A0C1-99C8-7608-F8FBDEA459EB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28751F5B-8418-D144-4447-C53E44110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7" cy="1880594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073BE5F4-17FD-7C5E-24EC-88F9056CD53E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627F8832-04B1-B20B-3F03-53FC3F3E4DB9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7E5AF932-A257-683F-5E77-FE96B0DA8BA7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DA8DEB89-EDB8-4259-553D-7EF4816D6BAE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9502B7BF-CD79-A1A8-9118-F0CC8BDAFE9B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4F0DA6BC-09C5-48E0-3B78-8ED78BB21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7" cy="1880594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75028EE8-F8B2-212B-88FB-FCF7C7C60DE9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246E90B4-F88D-6017-7ED9-8CB02D396BDB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277448BA-848B-8AD8-FE8D-91F40C42CE16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30B55900-5FAE-0DA9-4DDA-3F5C9DF73919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C2C867E4-0642-26C5-807F-6C5D2DEE4019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68637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6881A-FD5C-E5A8-14F8-8C7A9DD5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ED794EA7-865E-1B40-6081-0B6C0482C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7" cy="1880593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60BA09D8-60B5-0061-2818-9FF2EDB7A50D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2AE9B709-C422-613B-8031-1B7E75360041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26BD84FC-83E0-FB4F-B4D2-679BC4BA984E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5251A9E5-FD37-73F1-3B5E-7E73E9DBB95C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E0871906-4060-1E4D-8670-1C55AE390FD1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443F08C7-2E09-AD61-FD2C-F60B8B1AF866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72A3A42B-A4B0-85DC-A00A-374116F13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7" cy="1880593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AE8C0065-36F2-F4DD-DA8E-0FEFCC203C58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76E34DEC-1DFF-E3FF-CB42-28E0BC89C3F8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210533DD-39A9-6A1E-1C47-4AC9AE3ED2EE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5F69101E-7E84-3085-67C3-C3F7A58CB77F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89D59806-7C08-0B7E-DFDD-41F3A414F6E0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EEC55134-FA50-EEB6-4B2E-71927F06A8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7" cy="1880593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ADCA35B4-CDC4-58C5-441F-C61D20AB60E3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56F453A9-862E-B725-90A4-EC8742410839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F7812735-23AE-5F17-5B9E-5D2F939DA46E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5DCC52BB-38E3-E21B-901B-01DED3AFE31B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DE7049A0-FDBD-16F7-ACC6-CC7CF446801A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08267368-8988-2D21-859B-5EFD2D6FC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7" cy="1880593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ADE03C6C-1ACF-CA18-7822-943A322D0F25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F36B1D19-4675-0887-5E65-A6181287E995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9DD7E562-AD10-BB4A-A595-3E66A97567B2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22F4469A-B0E3-ADA8-9B6C-65F2FB99CF50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10849016-2D51-34B9-EBFC-EF961FDDE02D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177AA07B-45FD-3DF7-8290-43898623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7" cy="1880593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642ABF3C-0444-C04D-3EDD-2665FCEE061B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DA9C2D77-2132-6327-FCC2-033D6695A643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97D6A3CC-BD9A-0C50-96CE-A53CC3C2E2AB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1A882362-09A1-C8E5-B75B-5F14CBE31AE2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39F0344B-A81C-6BBF-9A41-E359BFCC9897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FEB014C6-6F57-5EB0-176C-387F7125C8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7" cy="1880593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5669BCD1-3E61-EA34-E2CC-5AF0D6415A8C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A875933D-0191-9B79-D7A2-A9C56F43DCD5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B9048657-1AB9-9C76-67C8-931C04E8943E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E1E4512A-BB87-A2E9-8802-02A328970A25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5EFA4950-3E49-7F12-966F-BA66145B2C42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2CF485D4-E4D3-3AC4-913A-A39EA3A3A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7" cy="1880593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91431133-FBBA-EE05-2A8E-C7F5AA9CDBE6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AFF5F0B1-5A69-DD7B-6956-7EF37AF5A20A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3D5EF2AF-7D45-9A15-FCE9-72BAFA6BCB31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AA550CDA-E08F-8ADD-9358-DCCDA92A58A8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3C63490D-99DC-8A89-3BF4-F9FE3AAA6E38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6E900CAD-E74B-67A4-5CEB-60C86DC2C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7" cy="1880593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F25AE35A-ABFE-3567-0822-56173B45AB86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5A7A2CBD-8428-F567-7FA6-093D9AB28522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ED45FF3B-369F-CCFB-BE0C-4DA6FF82511D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556A410F-D7A9-7F1B-F437-E171D7031619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A5AABF88-E28D-A98F-49F1-1C0E238B16AB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641900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93AA6-932D-3C59-A044-0F30ECFA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F1BA7C80-524D-AA18-D573-045A3787A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6" cy="1880593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BCFBAA85-746F-EAC6-6D06-A738E4A8A5F2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6EA6D7D0-EB38-F7D9-9584-0585A8210D86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362D9697-797B-5372-D954-414F0CC3B2C8}"/>
              </a:ext>
            </a:extLst>
          </p:cNvPr>
          <p:cNvSpPr txBox="1">
            <a:spLocks/>
          </p:cNvSpPr>
          <p:nvPr/>
        </p:nvSpPr>
        <p:spPr>
          <a:xfrm>
            <a:off x="138392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BD72F8B3-CD6C-A7C5-1682-B58038C4F4BA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C8198303-B7B9-EBA0-88F7-D298DD6A9901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0C1D1118-AF86-2FB7-5812-36B90C7E07AA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7FAE699-D80F-8520-E137-16B151874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6" cy="1880593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F55D9837-550A-FE3A-8A9B-7DBED86C3258}"/>
              </a:ext>
            </a:extLst>
          </p:cNvPr>
          <p:cNvSpPr txBox="1">
            <a:spLocks/>
          </p:cNvSpPr>
          <p:nvPr/>
        </p:nvSpPr>
        <p:spPr>
          <a:xfrm>
            <a:off x="412919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0A77D30B-0455-3A11-99F4-00456B7F3F84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646B940E-8D63-6DDE-2EAB-2DA8C25B6989}"/>
              </a:ext>
            </a:extLst>
          </p:cNvPr>
          <p:cNvSpPr txBox="1">
            <a:spLocks/>
          </p:cNvSpPr>
          <p:nvPr/>
        </p:nvSpPr>
        <p:spPr>
          <a:xfrm>
            <a:off x="3805500" y="1326301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8C3D38A9-9438-2B4F-D752-EAFF6498EFFA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14A5C295-47E4-4F48-7D97-E04C0ACC8693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61FA13BD-992A-C3D1-E88D-6E3BE03F8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6" cy="1880593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4795C569-791F-25D2-AA57-293D0C8837A7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D47469BB-DD58-37F1-44B0-7423254CD7B9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7EA640E8-7323-A820-3767-4D238291A29E}"/>
              </a:ext>
            </a:extLst>
          </p:cNvPr>
          <p:cNvSpPr txBox="1">
            <a:spLocks/>
          </p:cNvSpPr>
          <p:nvPr/>
        </p:nvSpPr>
        <p:spPr>
          <a:xfrm>
            <a:off x="6227080" y="1330010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C45E6EA7-990B-719A-6849-6E7C1C8ADF6F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42692AA8-40DC-2CC0-F78A-DB321AC0B026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17ECCB01-9C83-3154-31EE-1843384A2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6" cy="1880593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E2BAB55C-A9DC-9951-AB1A-282ADE17B3C1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9429A8C8-08B8-21FD-5AAC-42E7FEFE2F2F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EBB016D8-9B4F-A7A5-23A1-22CC885C8503}"/>
              </a:ext>
            </a:extLst>
          </p:cNvPr>
          <p:cNvSpPr txBox="1">
            <a:spLocks/>
          </p:cNvSpPr>
          <p:nvPr/>
        </p:nvSpPr>
        <p:spPr>
          <a:xfrm>
            <a:off x="8586804" y="1343343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87D01709-46F0-9439-267A-25D5607C6AFD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0EB500DA-E7E6-2A0B-CA2D-643FCBF68900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C38819F7-3452-1EDE-6D8A-6EF717553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6" cy="1880593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EEFD1E9F-4981-4AF9-1A0E-A3B29BB7F1FE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44B98128-7226-B62B-7C58-47EE125991D6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05957509-A5E8-2A80-4BFE-1737B723FB50}"/>
              </a:ext>
            </a:extLst>
          </p:cNvPr>
          <p:cNvSpPr txBox="1">
            <a:spLocks/>
          </p:cNvSpPr>
          <p:nvPr/>
        </p:nvSpPr>
        <p:spPr>
          <a:xfrm>
            <a:off x="138392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A9AABE92-8826-3CE8-63BB-1530F17C0452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79EF980C-12DD-8AFE-FED4-E5FCD83C576B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B2FA7F37-5EA8-14B3-A62E-FD308D612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6" cy="1880593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04968E8C-F024-D031-A58B-EDA07D90B269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0B93729F-CE78-6637-DE56-1A0FD8227C5C}"/>
              </a:ext>
            </a:extLst>
          </p:cNvPr>
          <p:cNvSpPr txBox="1">
            <a:spLocks/>
          </p:cNvSpPr>
          <p:nvPr/>
        </p:nvSpPr>
        <p:spPr>
          <a:xfrm>
            <a:off x="5049290" y="4386342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3D88D53F-D7FB-8835-39D6-725FA1C49D36}"/>
              </a:ext>
            </a:extLst>
          </p:cNvPr>
          <p:cNvSpPr txBox="1">
            <a:spLocks/>
          </p:cNvSpPr>
          <p:nvPr/>
        </p:nvSpPr>
        <p:spPr>
          <a:xfrm>
            <a:off x="3805500" y="3879767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52EC3EFE-EF9B-D00A-16A9-5B0FCCDBCFB6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AD719640-FD3A-7A9E-8777-2EFA4F72BF4D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A1C8E39A-37DA-A47A-B3A2-5016F7949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6" cy="1880593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9C6BAAF8-AECB-AB62-C999-28462F3782B0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6E28414D-4256-6ACC-6D7C-CD4B2DCDAB3B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C31549C6-5507-F6C2-6F32-03FDAC437A94}"/>
              </a:ext>
            </a:extLst>
          </p:cNvPr>
          <p:cNvSpPr txBox="1">
            <a:spLocks/>
          </p:cNvSpPr>
          <p:nvPr/>
        </p:nvSpPr>
        <p:spPr>
          <a:xfrm>
            <a:off x="6227080" y="3883476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6F34E989-7520-8D45-F319-F7A1AB79B95C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7E8D13C4-09E9-6282-1303-99794C10D17D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03F62E8E-FC0B-6591-10CC-A9AD16760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6" cy="1880593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7F1DDD02-116F-A54E-3FB3-65D4EEF0C5CB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193CABC8-71D3-11C1-E4A1-E3116C0BBD13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873A4C10-BA5B-F0DF-511F-66279AE60717}"/>
              </a:ext>
            </a:extLst>
          </p:cNvPr>
          <p:cNvSpPr txBox="1">
            <a:spLocks/>
          </p:cNvSpPr>
          <p:nvPr/>
        </p:nvSpPr>
        <p:spPr>
          <a:xfrm>
            <a:off x="8586804" y="3896809"/>
            <a:ext cx="821396" cy="1886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dirty="0">
                <a:latin typeface="Poppins Bold" panose="00000800000000000000" pitchFamily="2" charset="0"/>
                <a:cs typeface="Poppins Bold" panose="00000800000000000000" pitchFamily="2" charset="0"/>
              </a:rPr>
              <a:t>Produto</a:t>
            </a: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A5AAFF25-F101-7E1C-9A9E-924389A2A353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8F1DE135-91A1-A36C-45AE-CA4FBD28AA9E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350</a:t>
            </a:r>
          </a:p>
        </p:txBody>
      </p:sp>
    </p:spTree>
    <p:extLst>
      <p:ext uri="{BB962C8B-B14F-4D97-AF65-F5344CB8AC3E}">
        <p14:creationId xmlns:p14="http://schemas.microsoft.com/office/powerpoint/2010/main" val="2049573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BA1F2-BCA8-0275-E20E-B5139434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>
            <a:extLst>
              <a:ext uri="{FF2B5EF4-FFF2-40B4-BE49-F238E27FC236}">
                <a16:creationId xmlns:a16="http://schemas.microsoft.com/office/drawing/2014/main" id="{19B18FD5-3678-F83D-7F79-5A9EA9EDE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875534"/>
            <a:ext cx="1904946" cy="1880592"/>
          </a:xfrm>
          <a:prstGeom prst="rect">
            <a:avLst/>
          </a:prstGeom>
        </p:spPr>
      </p:pic>
      <p:sp>
        <p:nvSpPr>
          <p:cNvPr id="59" name="Subtítulo 9">
            <a:extLst>
              <a:ext uri="{FF2B5EF4-FFF2-40B4-BE49-F238E27FC236}">
                <a16:creationId xmlns:a16="http://schemas.microsoft.com/office/drawing/2014/main" id="{CBBECD4F-4519-160C-C303-461C8090090F}"/>
              </a:ext>
            </a:extLst>
          </p:cNvPr>
          <p:cNvSpPr txBox="1">
            <a:spLocks/>
          </p:cNvSpPr>
          <p:nvPr/>
        </p:nvSpPr>
        <p:spPr>
          <a:xfrm>
            <a:off x="1707611" y="1819543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19</a:t>
            </a:r>
          </a:p>
        </p:txBody>
      </p:sp>
      <p:sp>
        <p:nvSpPr>
          <p:cNvPr id="62" name="Subtítulo 9">
            <a:extLst>
              <a:ext uri="{FF2B5EF4-FFF2-40B4-BE49-F238E27FC236}">
                <a16:creationId xmlns:a16="http://schemas.microsoft.com/office/drawing/2014/main" id="{18371706-F65B-6771-CC62-A9F37BC8F5E8}"/>
              </a:ext>
            </a:extLst>
          </p:cNvPr>
          <p:cNvSpPr txBox="1">
            <a:spLocks/>
          </p:cNvSpPr>
          <p:nvPr/>
        </p:nvSpPr>
        <p:spPr>
          <a:xfrm>
            <a:off x="2627710" y="1832876"/>
            <a:ext cx="710472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8" name="Subtítulo 9">
            <a:extLst>
              <a:ext uri="{FF2B5EF4-FFF2-40B4-BE49-F238E27FC236}">
                <a16:creationId xmlns:a16="http://schemas.microsoft.com/office/drawing/2014/main" id="{16770CDC-7C66-4895-094E-5350FD652FF0}"/>
              </a:ext>
            </a:extLst>
          </p:cNvPr>
          <p:cNvSpPr txBox="1">
            <a:spLocks/>
          </p:cNvSpPr>
          <p:nvPr/>
        </p:nvSpPr>
        <p:spPr>
          <a:xfrm>
            <a:off x="1252840" y="1156449"/>
            <a:ext cx="1185718" cy="2248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DEO COLÔNIA CEBOLINHA </a:t>
            </a:r>
          </a:p>
        </p:txBody>
      </p:sp>
      <p:sp>
        <p:nvSpPr>
          <p:cNvPr id="75" name="Subtítulo 9">
            <a:extLst>
              <a:ext uri="{FF2B5EF4-FFF2-40B4-BE49-F238E27FC236}">
                <a16:creationId xmlns:a16="http://schemas.microsoft.com/office/drawing/2014/main" id="{FC7ED95F-7167-82EE-5CED-DFCBF47C9D2D}"/>
              </a:ext>
            </a:extLst>
          </p:cNvPr>
          <p:cNvSpPr txBox="1">
            <a:spLocks/>
          </p:cNvSpPr>
          <p:nvPr/>
        </p:nvSpPr>
        <p:spPr>
          <a:xfrm>
            <a:off x="258784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,90</a:t>
            </a:r>
          </a:p>
        </p:txBody>
      </p:sp>
      <p:sp>
        <p:nvSpPr>
          <p:cNvPr id="76" name="Subtítulo 9">
            <a:extLst>
              <a:ext uri="{FF2B5EF4-FFF2-40B4-BE49-F238E27FC236}">
                <a16:creationId xmlns:a16="http://schemas.microsoft.com/office/drawing/2014/main" id="{2719DBCC-6806-586E-CF9B-6B35A8BE542B}"/>
              </a:ext>
            </a:extLst>
          </p:cNvPr>
          <p:cNvSpPr txBox="1">
            <a:spLocks/>
          </p:cNvSpPr>
          <p:nvPr/>
        </p:nvSpPr>
        <p:spPr>
          <a:xfrm>
            <a:off x="229500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34</a:t>
            </a:r>
          </a:p>
        </p:txBody>
      </p:sp>
      <p:sp>
        <p:nvSpPr>
          <p:cNvPr id="132" name="Subtítulo 9">
            <a:extLst>
              <a:ext uri="{FF2B5EF4-FFF2-40B4-BE49-F238E27FC236}">
                <a16:creationId xmlns:a16="http://schemas.microsoft.com/office/drawing/2014/main" id="{48379967-5CC2-E149-72F3-D0510FEE0A0D}"/>
              </a:ext>
            </a:extLst>
          </p:cNvPr>
          <p:cNvSpPr txBox="1">
            <a:spLocks/>
          </p:cNvSpPr>
          <p:nvPr/>
        </p:nvSpPr>
        <p:spPr>
          <a:xfrm>
            <a:off x="10892542" y="1273875"/>
            <a:ext cx="476083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77953116-BB07-1D10-5DB2-ADC058EA7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875534"/>
            <a:ext cx="1904946" cy="1880592"/>
          </a:xfrm>
          <a:prstGeom prst="rect">
            <a:avLst/>
          </a:prstGeom>
        </p:spPr>
      </p:pic>
      <p:sp>
        <p:nvSpPr>
          <p:cNvPr id="37" name="Subtítulo 9">
            <a:extLst>
              <a:ext uri="{FF2B5EF4-FFF2-40B4-BE49-F238E27FC236}">
                <a16:creationId xmlns:a16="http://schemas.microsoft.com/office/drawing/2014/main" id="{8DBE618C-D3C2-147C-895D-E361B0A7C4BB}"/>
              </a:ext>
            </a:extLst>
          </p:cNvPr>
          <p:cNvSpPr txBox="1">
            <a:spLocks/>
          </p:cNvSpPr>
          <p:nvPr/>
        </p:nvSpPr>
        <p:spPr>
          <a:xfrm>
            <a:off x="4089132" y="183541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89</a:t>
            </a:r>
          </a:p>
        </p:txBody>
      </p:sp>
      <p:sp>
        <p:nvSpPr>
          <p:cNvPr id="38" name="Subtítulo 9">
            <a:extLst>
              <a:ext uri="{FF2B5EF4-FFF2-40B4-BE49-F238E27FC236}">
                <a16:creationId xmlns:a16="http://schemas.microsoft.com/office/drawing/2014/main" id="{9BBDBA0A-E365-34D2-8E51-8E319DE97CA4}"/>
              </a:ext>
            </a:extLst>
          </p:cNvPr>
          <p:cNvSpPr txBox="1">
            <a:spLocks/>
          </p:cNvSpPr>
          <p:nvPr/>
        </p:nvSpPr>
        <p:spPr>
          <a:xfrm>
            <a:off x="5049290" y="1832876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9" name="Subtítulo 9">
            <a:extLst>
              <a:ext uri="{FF2B5EF4-FFF2-40B4-BE49-F238E27FC236}">
                <a16:creationId xmlns:a16="http://schemas.microsoft.com/office/drawing/2014/main" id="{65F37829-593C-1595-D314-BC0AB10652D7}"/>
              </a:ext>
            </a:extLst>
          </p:cNvPr>
          <p:cNvSpPr txBox="1">
            <a:spLocks/>
          </p:cNvSpPr>
          <p:nvPr/>
        </p:nvSpPr>
        <p:spPr>
          <a:xfrm>
            <a:off x="3702868" y="1140134"/>
            <a:ext cx="1157269" cy="1633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BODY SPLASH LATTAFA </a:t>
            </a:r>
          </a:p>
        </p:txBody>
      </p:sp>
      <p:sp>
        <p:nvSpPr>
          <p:cNvPr id="40" name="Subtítulo 9">
            <a:extLst>
              <a:ext uri="{FF2B5EF4-FFF2-40B4-BE49-F238E27FC236}">
                <a16:creationId xmlns:a16="http://schemas.microsoft.com/office/drawing/2014/main" id="{2805374F-5520-51BC-D8AA-3BFC4322C0B3}"/>
              </a:ext>
            </a:extLst>
          </p:cNvPr>
          <p:cNvSpPr txBox="1">
            <a:spLocks/>
          </p:cNvSpPr>
          <p:nvPr/>
        </p:nvSpPr>
        <p:spPr>
          <a:xfrm>
            <a:off x="5009424" y="1597625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1" name="Subtítulo 9">
            <a:extLst>
              <a:ext uri="{FF2B5EF4-FFF2-40B4-BE49-F238E27FC236}">
                <a16:creationId xmlns:a16="http://schemas.microsoft.com/office/drawing/2014/main" id="{BE7FFC61-1FBE-5EFB-2D12-B02D7ED03C01}"/>
              </a:ext>
            </a:extLst>
          </p:cNvPr>
          <p:cNvSpPr txBox="1">
            <a:spLocks/>
          </p:cNvSpPr>
          <p:nvPr/>
        </p:nvSpPr>
        <p:spPr>
          <a:xfrm>
            <a:off x="4716586" y="1623421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129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78EDE7E1-0B26-FB0E-F307-658F34B92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9243"/>
            <a:ext cx="1904946" cy="1880592"/>
          </a:xfrm>
          <a:prstGeom prst="rect">
            <a:avLst/>
          </a:prstGeom>
        </p:spPr>
      </p:pic>
      <p:sp>
        <p:nvSpPr>
          <p:cNvPr id="43" name="Subtítulo 9">
            <a:extLst>
              <a:ext uri="{FF2B5EF4-FFF2-40B4-BE49-F238E27FC236}">
                <a16:creationId xmlns:a16="http://schemas.microsoft.com/office/drawing/2014/main" id="{813FA55C-E9F1-463A-4A63-FCC3A026504A}"/>
              </a:ext>
            </a:extLst>
          </p:cNvPr>
          <p:cNvSpPr txBox="1">
            <a:spLocks/>
          </p:cNvSpPr>
          <p:nvPr/>
        </p:nvSpPr>
        <p:spPr>
          <a:xfrm>
            <a:off x="6550771" y="1823252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19</a:t>
            </a:r>
          </a:p>
        </p:txBody>
      </p:sp>
      <p:sp>
        <p:nvSpPr>
          <p:cNvPr id="44" name="Subtítulo 9">
            <a:extLst>
              <a:ext uri="{FF2B5EF4-FFF2-40B4-BE49-F238E27FC236}">
                <a16:creationId xmlns:a16="http://schemas.microsoft.com/office/drawing/2014/main" id="{DAA23EF4-BBEA-6CC9-E92B-30B6E50EB0D1}"/>
              </a:ext>
            </a:extLst>
          </p:cNvPr>
          <p:cNvSpPr txBox="1">
            <a:spLocks/>
          </p:cNvSpPr>
          <p:nvPr/>
        </p:nvSpPr>
        <p:spPr>
          <a:xfrm>
            <a:off x="7470870" y="1836585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,99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45" name="Subtítulo 9">
            <a:extLst>
              <a:ext uri="{FF2B5EF4-FFF2-40B4-BE49-F238E27FC236}">
                <a16:creationId xmlns:a16="http://schemas.microsoft.com/office/drawing/2014/main" id="{0799271C-CB33-E030-F0B6-72418A16C62B}"/>
              </a:ext>
            </a:extLst>
          </p:cNvPr>
          <p:cNvSpPr txBox="1">
            <a:spLocks/>
          </p:cNvSpPr>
          <p:nvPr/>
        </p:nvSpPr>
        <p:spPr>
          <a:xfrm>
            <a:off x="6096000" y="1132910"/>
            <a:ext cx="1052091" cy="2359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LOÇÃO HID. CORPORAL KISS </a:t>
            </a:r>
          </a:p>
        </p:txBody>
      </p:sp>
      <p:sp>
        <p:nvSpPr>
          <p:cNvPr id="46" name="Subtítulo 9">
            <a:extLst>
              <a:ext uri="{FF2B5EF4-FFF2-40B4-BE49-F238E27FC236}">
                <a16:creationId xmlns:a16="http://schemas.microsoft.com/office/drawing/2014/main" id="{4C7217E6-9268-F8BC-4ED9-8F0A279D3580}"/>
              </a:ext>
            </a:extLst>
          </p:cNvPr>
          <p:cNvSpPr txBox="1">
            <a:spLocks/>
          </p:cNvSpPr>
          <p:nvPr/>
        </p:nvSpPr>
        <p:spPr>
          <a:xfrm>
            <a:off x="7431004" y="1601334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47" name="Subtítulo 9">
            <a:extLst>
              <a:ext uri="{FF2B5EF4-FFF2-40B4-BE49-F238E27FC236}">
                <a16:creationId xmlns:a16="http://schemas.microsoft.com/office/drawing/2014/main" id="{5471119B-AAA0-FFDE-8AA1-A9E7B3839210}"/>
              </a:ext>
            </a:extLst>
          </p:cNvPr>
          <p:cNvSpPr txBox="1">
            <a:spLocks/>
          </p:cNvSpPr>
          <p:nvPr/>
        </p:nvSpPr>
        <p:spPr>
          <a:xfrm>
            <a:off x="7138166" y="1627130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 49</a:t>
            </a: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1EA96885-A653-402B-0CB5-378A28F84B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892576"/>
            <a:ext cx="1904946" cy="1880592"/>
          </a:xfrm>
          <a:prstGeom prst="rect">
            <a:avLst/>
          </a:prstGeom>
        </p:spPr>
      </p:pic>
      <p:sp>
        <p:nvSpPr>
          <p:cNvPr id="49" name="Subtítulo 9">
            <a:extLst>
              <a:ext uri="{FF2B5EF4-FFF2-40B4-BE49-F238E27FC236}">
                <a16:creationId xmlns:a16="http://schemas.microsoft.com/office/drawing/2014/main" id="{FAAE503D-547F-15A8-8AEE-03A1A0E6BA0B}"/>
              </a:ext>
            </a:extLst>
          </p:cNvPr>
          <p:cNvSpPr txBox="1">
            <a:spLocks/>
          </p:cNvSpPr>
          <p:nvPr/>
        </p:nvSpPr>
        <p:spPr>
          <a:xfrm>
            <a:off x="8910495" y="1836585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89</a:t>
            </a:r>
          </a:p>
        </p:txBody>
      </p:sp>
      <p:sp>
        <p:nvSpPr>
          <p:cNvPr id="50" name="Subtítulo 9">
            <a:extLst>
              <a:ext uri="{FF2B5EF4-FFF2-40B4-BE49-F238E27FC236}">
                <a16:creationId xmlns:a16="http://schemas.microsoft.com/office/drawing/2014/main" id="{786A7700-9EF5-A9FA-CD1D-F8B3780FDE11}"/>
              </a:ext>
            </a:extLst>
          </p:cNvPr>
          <p:cNvSpPr txBox="1">
            <a:spLocks/>
          </p:cNvSpPr>
          <p:nvPr/>
        </p:nvSpPr>
        <p:spPr>
          <a:xfrm>
            <a:off x="9830594" y="1849918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51" name="Subtítulo 9">
            <a:extLst>
              <a:ext uri="{FF2B5EF4-FFF2-40B4-BE49-F238E27FC236}">
                <a16:creationId xmlns:a16="http://schemas.microsoft.com/office/drawing/2014/main" id="{95E9A9A1-6ADD-A804-0C33-5A6AAD636607}"/>
              </a:ext>
            </a:extLst>
          </p:cNvPr>
          <p:cNvSpPr txBox="1">
            <a:spLocks/>
          </p:cNvSpPr>
          <p:nvPr/>
        </p:nvSpPr>
        <p:spPr>
          <a:xfrm>
            <a:off x="8455724" y="1052163"/>
            <a:ext cx="1266293" cy="1679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latin typeface="Poppins Bold" panose="00000800000000000000" pitchFamily="2" charset="0"/>
                <a:cs typeface="Poppins Bold" panose="00000800000000000000" pitchFamily="2" charset="0"/>
              </a:rPr>
              <a:t>CAOLÔNIA FEMININA AURIEN GOLD </a:t>
            </a:r>
            <a:r>
              <a:rPr lang="pt-BR" sz="1000" b="1" dirty="0">
                <a:solidFill>
                  <a:srgbClr val="FF0000"/>
                </a:solidFill>
                <a:highlight>
                  <a:srgbClr val="FFFF00"/>
                </a:highlight>
                <a:latin typeface="Poppins Bold" panose="00000800000000000000" pitchFamily="2" charset="0"/>
                <a:cs typeface="Poppins Bold" panose="00000800000000000000" pitchFamily="2" charset="0"/>
              </a:rPr>
              <a:t>VAL:12/26</a:t>
            </a:r>
          </a:p>
        </p:txBody>
      </p:sp>
      <p:sp>
        <p:nvSpPr>
          <p:cNvPr id="52" name="Subtítulo 9">
            <a:extLst>
              <a:ext uri="{FF2B5EF4-FFF2-40B4-BE49-F238E27FC236}">
                <a16:creationId xmlns:a16="http://schemas.microsoft.com/office/drawing/2014/main" id="{DD13073F-AEC4-A20F-A1AE-115FFB5EB67D}"/>
              </a:ext>
            </a:extLst>
          </p:cNvPr>
          <p:cNvSpPr txBox="1">
            <a:spLocks/>
          </p:cNvSpPr>
          <p:nvPr/>
        </p:nvSpPr>
        <p:spPr>
          <a:xfrm>
            <a:off x="9790728" y="1614667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,90</a:t>
            </a:r>
          </a:p>
        </p:txBody>
      </p:sp>
      <p:sp>
        <p:nvSpPr>
          <p:cNvPr id="53" name="Subtítulo 9">
            <a:extLst>
              <a:ext uri="{FF2B5EF4-FFF2-40B4-BE49-F238E27FC236}">
                <a16:creationId xmlns:a16="http://schemas.microsoft.com/office/drawing/2014/main" id="{F28EFCD6-3EB1-A32F-2EBD-8AFAB482C0E7}"/>
              </a:ext>
            </a:extLst>
          </p:cNvPr>
          <p:cNvSpPr txBox="1">
            <a:spLocks/>
          </p:cNvSpPr>
          <p:nvPr/>
        </p:nvSpPr>
        <p:spPr>
          <a:xfrm>
            <a:off x="9497890" y="1640463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184</a:t>
            </a:r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784ACCD6-9DE7-E519-514B-42CE63311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2840" y="3429000"/>
            <a:ext cx="1904946" cy="1880592"/>
          </a:xfrm>
          <a:prstGeom prst="rect">
            <a:avLst/>
          </a:prstGeom>
        </p:spPr>
      </p:pic>
      <p:sp>
        <p:nvSpPr>
          <p:cNvPr id="55" name="Subtítulo 9">
            <a:extLst>
              <a:ext uri="{FF2B5EF4-FFF2-40B4-BE49-F238E27FC236}">
                <a16:creationId xmlns:a16="http://schemas.microsoft.com/office/drawing/2014/main" id="{7D75FF81-426D-BFE9-4EB6-3591774B07FD}"/>
              </a:ext>
            </a:extLst>
          </p:cNvPr>
          <p:cNvSpPr txBox="1">
            <a:spLocks/>
          </p:cNvSpPr>
          <p:nvPr/>
        </p:nvSpPr>
        <p:spPr>
          <a:xfrm>
            <a:off x="170761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146</a:t>
            </a:r>
          </a:p>
        </p:txBody>
      </p:sp>
      <p:sp>
        <p:nvSpPr>
          <p:cNvPr id="56" name="Subtítulo 9">
            <a:extLst>
              <a:ext uri="{FF2B5EF4-FFF2-40B4-BE49-F238E27FC236}">
                <a16:creationId xmlns:a16="http://schemas.microsoft.com/office/drawing/2014/main" id="{16936245-D7F8-443C-CC09-36D8EF79D41B}"/>
              </a:ext>
            </a:extLst>
          </p:cNvPr>
          <p:cNvSpPr txBox="1">
            <a:spLocks/>
          </p:cNvSpPr>
          <p:nvPr/>
        </p:nvSpPr>
        <p:spPr>
          <a:xfrm>
            <a:off x="2627710" y="4386342"/>
            <a:ext cx="591932" cy="2353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,94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0" name="Subtítulo 9">
            <a:extLst>
              <a:ext uri="{FF2B5EF4-FFF2-40B4-BE49-F238E27FC236}">
                <a16:creationId xmlns:a16="http://schemas.microsoft.com/office/drawing/2014/main" id="{976A6767-8250-A8A2-8766-2C9E29F660AC}"/>
              </a:ext>
            </a:extLst>
          </p:cNvPr>
          <p:cNvSpPr txBox="1">
            <a:spLocks/>
          </p:cNvSpPr>
          <p:nvPr/>
        </p:nvSpPr>
        <p:spPr>
          <a:xfrm>
            <a:off x="1289677" y="3621973"/>
            <a:ext cx="1338033" cy="2477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EAU DE PARFUM GOLDEN </a:t>
            </a:r>
            <a:r>
              <a:rPr lang="pt-BR" sz="1050" b="1" dirty="0">
                <a:solidFill>
                  <a:srgbClr val="FF0000"/>
                </a:solidFill>
                <a:highlight>
                  <a:srgbClr val="FFFF00"/>
                </a:highlight>
                <a:latin typeface="Poppins Bold" panose="00000800000000000000" pitchFamily="2" charset="0"/>
                <a:cs typeface="Poppins Bold" panose="00000800000000000000" pitchFamily="2" charset="0"/>
              </a:rPr>
              <a:t>VAL:09/26</a:t>
            </a:r>
          </a:p>
        </p:txBody>
      </p:sp>
      <p:sp>
        <p:nvSpPr>
          <p:cNvPr id="61" name="Subtítulo 9">
            <a:extLst>
              <a:ext uri="{FF2B5EF4-FFF2-40B4-BE49-F238E27FC236}">
                <a16:creationId xmlns:a16="http://schemas.microsoft.com/office/drawing/2014/main" id="{2A37474B-5BEC-507D-807E-747F26E1AA08}"/>
              </a:ext>
            </a:extLst>
          </p:cNvPr>
          <p:cNvSpPr txBox="1">
            <a:spLocks/>
          </p:cNvSpPr>
          <p:nvPr/>
        </p:nvSpPr>
        <p:spPr>
          <a:xfrm>
            <a:off x="258784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,99</a:t>
            </a:r>
          </a:p>
        </p:txBody>
      </p:sp>
      <p:sp>
        <p:nvSpPr>
          <p:cNvPr id="64" name="Subtítulo 9">
            <a:extLst>
              <a:ext uri="{FF2B5EF4-FFF2-40B4-BE49-F238E27FC236}">
                <a16:creationId xmlns:a16="http://schemas.microsoft.com/office/drawing/2014/main" id="{51F93790-D95C-04AB-7AFD-AC015B7B9F29}"/>
              </a:ext>
            </a:extLst>
          </p:cNvPr>
          <p:cNvSpPr txBox="1">
            <a:spLocks/>
          </p:cNvSpPr>
          <p:nvPr/>
        </p:nvSpPr>
        <p:spPr>
          <a:xfrm>
            <a:off x="229500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244</a:t>
            </a:r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531CC580-5856-6A20-D5B0-775431F30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4420" y="3429000"/>
            <a:ext cx="1904946" cy="1880592"/>
          </a:xfrm>
          <a:prstGeom prst="rect">
            <a:avLst/>
          </a:prstGeom>
        </p:spPr>
      </p:pic>
      <p:sp>
        <p:nvSpPr>
          <p:cNvPr id="66" name="Subtítulo 9">
            <a:extLst>
              <a:ext uri="{FF2B5EF4-FFF2-40B4-BE49-F238E27FC236}">
                <a16:creationId xmlns:a16="http://schemas.microsoft.com/office/drawing/2014/main" id="{C38EAB2A-3EA9-D755-13FC-633ACFAF44E4}"/>
              </a:ext>
            </a:extLst>
          </p:cNvPr>
          <p:cNvSpPr txBox="1">
            <a:spLocks/>
          </p:cNvSpPr>
          <p:nvPr/>
        </p:nvSpPr>
        <p:spPr>
          <a:xfrm>
            <a:off x="4129191" y="4373009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78</a:t>
            </a:r>
          </a:p>
        </p:txBody>
      </p:sp>
      <p:sp>
        <p:nvSpPr>
          <p:cNvPr id="67" name="Subtítulo 9">
            <a:extLst>
              <a:ext uri="{FF2B5EF4-FFF2-40B4-BE49-F238E27FC236}">
                <a16:creationId xmlns:a16="http://schemas.microsoft.com/office/drawing/2014/main" id="{FB50E539-28BE-03C3-90CB-DABD992308E0}"/>
              </a:ext>
            </a:extLst>
          </p:cNvPr>
          <p:cNvSpPr txBox="1">
            <a:spLocks/>
          </p:cNvSpPr>
          <p:nvPr/>
        </p:nvSpPr>
        <p:spPr>
          <a:xfrm>
            <a:off x="5111972" y="4386342"/>
            <a:ext cx="679512" cy="258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8" name="Subtítulo 9">
            <a:extLst>
              <a:ext uri="{FF2B5EF4-FFF2-40B4-BE49-F238E27FC236}">
                <a16:creationId xmlns:a16="http://schemas.microsoft.com/office/drawing/2014/main" id="{96B58369-E2B6-DD78-CD7E-15FF2F1E50A6}"/>
              </a:ext>
            </a:extLst>
          </p:cNvPr>
          <p:cNvSpPr txBox="1">
            <a:spLocks/>
          </p:cNvSpPr>
          <p:nvPr/>
        </p:nvSpPr>
        <p:spPr>
          <a:xfrm>
            <a:off x="3674420" y="3651235"/>
            <a:ext cx="1185717" cy="2056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PROMOÇÃO HIDRATANTE CUIDE-SE BEM</a:t>
            </a:r>
            <a:endParaRPr lang="pt-BR" sz="1050" b="1" dirty="0">
              <a:solidFill>
                <a:srgbClr val="FF0000"/>
              </a:solidFill>
              <a:highlight>
                <a:srgbClr val="FFFF00"/>
              </a:highlight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69" name="Subtítulo 9">
            <a:extLst>
              <a:ext uri="{FF2B5EF4-FFF2-40B4-BE49-F238E27FC236}">
                <a16:creationId xmlns:a16="http://schemas.microsoft.com/office/drawing/2014/main" id="{A915806F-58A3-B128-1CE1-8AF25E18ABED}"/>
              </a:ext>
            </a:extLst>
          </p:cNvPr>
          <p:cNvSpPr txBox="1">
            <a:spLocks/>
          </p:cNvSpPr>
          <p:nvPr/>
        </p:nvSpPr>
        <p:spPr>
          <a:xfrm>
            <a:off x="5009424" y="4151091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,80</a:t>
            </a:r>
          </a:p>
        </p:txBody>
      </p:sp>
      <p:sp>
        <p:nvSpPr>
          <p:cNvPr id="70" name="Subtítulo 9">
            <a:extLst>
              <a:ext uri="{FF2B5EF4-FFF2-40B4-BE49-F238E27FC236}">
                <a16:creationId xmlns:a16="http://schemas.microsoft.com/office/drawing/2014/main" id="{E1996527-09DB-3ABB-0412-F215AD5B8E73}"/>
              </a:ext>
            </a:extLst>
          </p:cNvPr>
          <p:cNvSpPr txBox="1">
            <a:spLocks/>
          </p:cNvSpPr>
          <p:nvPr/>
        </p:nvSpPr>
        <p:spPr>
          <a:xfrm>
            <a:off x="4716586" y="4176887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134</a:t>
            </a:r>
          </a:p>
        </p:txBody>
      </p:sp>
      <p:pic>
        <p:nvPicPr>
          <p:cNvPr id="135" name="Imagem 134">
            <a:extLst>
              <a:ext uri="{FF2B5EF4-FFF2-40B4-BE49-F238E27FC236}">
                <a16:creationId xmlns:a16="http://schemas.microsoft.com/office/drawing/2014/main" id="{11C503A8-077D-915B-1F18-F5DDA9707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432709"/>
            <a:ext cx="1904946" cy="1880592"/>
          </a:xfrm>
          <a:prstGeom prst="rect">
            <a:avLst/>
          </a:prstGeom>
        </p:spPr>
      </p:pic>
      <p:sp>
        <p:nvSpPr>
          <p:cNvPr id="136" name="Subtítulo 9">
            <a:extLst>
              <a:ext uri="{FF2B5EF4-FFF2-40B4-BE49-F238E27FC236}">
                <a16:creationId xmlns:a16="http://schemas.microsoft.com/office/drawing/2014/main" id="{735AFF48-56D8-FA0E-5DD5-54C11CDBB0A0}"/>
              </a:ext>
            </a:extLst>
          </p:cNvPr>
          <p:cNvSpPr txBox="1">
            <a:spLocks/>
          </p:cNvSpPr>
          <p:nvPr/>
        </p:nvSpPr>
        <p:spPr>
          <a:xfrm>
            <a:off x="6550771" y="4376718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99</a:t>
            </a:r>
          </a:p>
        </p:txBody>
      </p:sp>
      <p:sp>
        <p:nvSpPr>
          <p:cNvPr id="137" name="Subtítulo 9">
            <a:extLst>
              <a:ext uri="{FF2B5EF4-FFF2-40B4-BE49-F238E27FC236}">
                <a16:creationId xmlns:a16="http://schemas.microsoft.com/office/drawing/2014/main" id="{A443F17F-E95A-DD92-6EC0-10B046D91559}"/>
              </a:ext>
            </a:extLst>
          </p:cNvPr>
          <p:cNvSpPr txBox="1">
            <a:spLocks/>
          </p:cNvSpPr>
          <p:nvPr/>
        </p:nvSpPr>
        <p:spPr>
          <a:xfrm>
            <a:off x="7470870" y="4390051"/>
            <a:ext cx="720390" cy="237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38" name="Subtítulo 9">
            <a:extLst>
              <a:ext uri="{FF2B5EF4-FFF2-40B4-BE49-F238E27FC236}">
                <a16:creationId xmlns:a16="http://schemas.microsoft.com/office/drawing/2014/main" id="{7A1A95C9-EFD7-CEF4-5FD4-04B86D40A05F}"/>
              </a:ext>
            </a:extLst>
          </p:cNvPr>
          <p:cNvSpPr txBox="1">
            <a:spLocks/>
          </p:cNvSpPr>
          <p:nvPr/>
        </p:nvSpPr>
        <p:spPr>
          <a:xfrm>
            <a:off x="6060228" y="3616257"/>
            <a:ext cx="1370776" cy="1645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latin typeface="Poppins Bold" panose="00000800000000000000" pitchFamily="2" charset="0"/>
                <a:cs typeface="Poppins Bold" panose="00000800000000000000" pitchFamily="2" charset="0"/>
              </a:rPr>
              <a:t>COMBO SHAMPOO+ COND. PROPOLIS</a:t>
            </a:r>
          </a:p>
        </p:txBody>
      </p:sp>
      <p:sp>
        <p:nvSpPr>
          <p:cNvPr id="139" name="Subtítulo 9">
            <a:extLst>
              <a:ext uri="{FF2B5EF4-FFF2-40B4-BE49-F238E27FC236}">
                <a16:creationId xmlns:a16="http://schemas.microsoft.com/office/drawing/2014/main" id="{4F8B1470-430B-80F7-934B-1048E4D8C24B}"/>
              </a:ext>
            </a:extLst>
          </p:cNvPr>
          <p:cNvSpPr txBox="1">
            <a:spLocks/>
          </p:cNvSpPr>
          <p:nvPr/>
        </p:nvSpPr>
        <p:spPr>
          <a:xfrm>
            <a:off x="7431004" y="4154800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,98</a:t>
            </a:r>
          </a:p>
        </p:txBody>
      </p:sp>
      <p:sp>
        <p:nvSpPr>
          <p:cNvPr id="140" name="Subtítulo 9">
            <a:extLst>
              <a:ext uri="{FF2B5EF4-FFF2-40B4-BE49-F238E27FC236}">
                <a16:creationId xmlns:a16="http://schemas.microsoft.com/office/drawing/2014/main" id="{36FB0D21-03A3-ECF4-025E-7124B8B4809E}"/>
              </a:ext>
            </a:extLst>
          </p:cNvPr>
          <p:cNvSpPr txBox="1">
            <a:spLocks/>
          </p:cNvSpPr>
          <p:nvPr/>
        </p:nvSpPr>
        <p:spPr>
          <a:xfrm>
            <a:off x="7138166" y="4180596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159</a:t>
            </a:r>
          </a:p>
        </p:txBody>
      </p:sp>
      <p:pic>
        <p:nvPicPr>
          <p:cNvPr id="141" name="Imagem 140">
            <a:extLst>
              <a:ext uri="{FF2B5EF4-FFF2-40B4-BE49-F238E27FC236}">
                <a16:creationId xmlns:a16="http://schemas.microsoft.com/office/drawing/2014/main" id="{5D97906B-BABA-DC77-CD81-6DA60FF2F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24" y="3446042"/>
            <a:ext cx="1904946" cy="1880592"/>
          </a:xfrm>
          <a:prstGeom prst="rect">
            <a:avLst/>
          </a:prstGeom>
        </p:spPr>
      </p:pic>
      <p:sp>
        <p:nvSpPr>
          <p:cNvPr id="142" name="Subtítulo 9">
            <a:extLst>
              <a:ext uri="{FF2B5EF4-FFF2-40B4-BE49-F238E27FC236}">
                <a16:creationId xmlns:a16="http://schemas.microsoft.com/office/drawing/2014/main" id="{4FF5A8A2-2203-2A9F-3B71-F087C1E363A0}"/>
              </a:ext>
            </a:extLst>
          </p:cNvPr>
          <p:cNvSpPr txBox="1">
            <a:spLocks/>
          </p:cNvSpPr>
          <p:nvPr/>
        </p:nvSpPr>
        <p:spPr>
          <a:xfrm>
            <a:off x="8910495" y="4390051"/>
            <a:ext cx="1185718" cy="2893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40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  59</a:t>
            </a:r>
          </a:p>
        </p:txBody>
      </p:sp>
      <p:sp>
        <p:nvSpPr>
          <p:cNvPr id="143" name="Subtítulo 9">
            <a:extLst>
              <a:ext uri="{FF2B5EF4-FFF2-40B4-BE49-F238E27FC236}">
                <a16:creationId xmlns:a16="http://schemas.microsoft.com/office/drawing/2014/main" id="{5D271AA8-C21E-46BF-388E-6A7D22C70C61}"/>
              </a:ext>
            </a:extLst>
          </p:cNvPr>
          <p:cNvSpPr txBox="1">
            <a:spLocks/>
          </p:cNvSpPr>
          <p:nvPr/>
        </p:nvSpPr>
        <p:spPr>
          <a:xfrm>
            <a:off x="9830594" y="4403384"/>
            <a:ext cx="540001" cy="2410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,90</a:t>
            </a:r>
            <a:endParaRPr lang="pt-BR" sz="1800" b="1" baseline="-25000" dirty="0">
              <a:solidFill>
                <a:schemeClr val="bg1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4" name="Subtítulo 9">
            <a:extLst>
              <a:ext uri="{FF2B5EF4-FFF2-40B4-BE49-F238E27FC236}">
                <a16:creationId xmlns:a16="http://schemas.microsoft.com/office/drawing/2014/main" id="{15954B60-B7A2-BE22-2952-7BD7494582F5}"/>
              </a:ext>
            </a:extLst>
          </p:cNvPr>
          <p:cNvSpPr txBox="1">
            <a:spLocks/>
          </p:cNvSpPr>
          <p:nvPr/>
        </p:nvSpPr>
        <p:spPr>
          <a:xfrm>
            <a:off x="8496824" y="3725378"/>
            <a:ext cx="1280198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50" b="1" dirty="0">
                <a:latin typeface="Poppins Bold" panose="00000800000000000000" pitchFamily="2" charset="0"/>
                <a:cs typeface="Poppins Bold" panose="00000800000000000000" pitchFamily="2" charset="0"/>
              </a:rPr>
              <a:t>BODY SPLASH BARBOUR’S </a:t>
            </a:r>
            <a:endParaRPr lang="pt-BR" sz="1050" b="1" dirty="0">
              <a:solidFill>
                <a:srgbClr val="FF0000"/>
              </a:solidFill>
              <a:highlight>
                <a:srgbClr val="FFFF00"/>
              </a:highlight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45" name="Subtítulo 9">
            <a:extLst>
              <a:ext uri="{FF2B5EF4-FFF2-40B4-BE49-F238E27FC236}">
                <a16:creationId xmlns:a16="http://schemas.microsoft.com/office/drawing/2014/main" id="{67256EC2-61EA-46EC-E39F-CB04EC785CE7}"/>
              </a:ext>
            </a:extLst>
          </p:cNvPr>
          <p:cNvSpPr txBox="1">
            <a:spLocks/>
          </p:cNvSpPr>
          <p:nvPr/>
        </p:nvSpPr>
        <p:spPr>
          <a:xfrm>
            <a:off x="9790728" y="4168133"/>
            <a:ext cx="399553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0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,90</a:t>
            </a:r>
          </a:p>
        </p:txBody>
      </p:sp>
      <p:sp>
        <p:nvSpPr>
          <p:cNvPr id="146" name="Subtítulo 9">
            <a:extLst>
              <a:ext uri="{FF2B5EF4-FFF2-40B4-BE49-F238E27FC236}">
                <a16:creationId xmlns:a16="http://schemas.microsoft.com/office/drawing/2014/main" id="{38B7EF26-FBD7-99A6-CDB0-4222D44C8BE3}"/>
              </a:ext>
            </a:extLst>
          </p:cNvPr>
          <p:cNvSpPr txBox="1">
            <a:spLocks/>
          </p:cNvSpPr>
          <p:nvPr/>
        </p:nvSpPr>
        <p:spPr>
          <a:xfrm>
            <a:off x="9497890" y="4193929"/>
            <a:ext cx="558264" cy="1892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200" b="1" dirty="0">
                <a:solidFill>
                  <a:srgbClr val="FFE3C0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99</a:t>
            </a:r>
          </a:p>
        </p:txBody>
      </p:sp>
    </p:spTree>
    <p:extLst>
      <p:ext uri="{BB962C8B-B14F-4D97-AF65-F5344CB8AC3E}">
        <p14:creationId xmlns:p14="http://schemas.microsoft.com/office/powerpoint/2010/main" val="2736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910</Words>
  <Application>Microsoft Office PowerPoint</Application>
  <PresentationFormat>Widescreen</PresentationFormat>
  <Paragraphs>615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Poppins Bold</vt:lpstr>
      <vt:lpstr>Poppins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MKT-03</dc:creator>
  <cp:lastModifiedBy>SERVIDOR</cp:lastModifiedBy>
  <cp:revision>30</cp:revision>
  <cp:lastPrinted>2026-07-29T12:54:14Z</cp:lastPrinted>
  <dcterms:created xsi:type="dcterms:W3CDTF">2024-12-04T14:52:02Z</dcterms:created>
  <dcterms:modified xsi:type="dcterms:W3CDTF">2026-07-29T12:57:40Z</dcterms:modified>
</cp:coreProperties>
</file>