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3C0"/>
    <a:srgbClr val="F7005B"/>
    <a:srgbClr val="2C5655"/>
    <a:srgbClr val="6D0109"/>
    <a:srgbClr val="FF2391"/>
    <a:srgbClr val="004751"/>
    <a:srgbClr val="003F5D"/>
    <a:srgbClr val="8F2B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4AC8D-D328-665A-214D-5C261BA81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1D0C69-1755-1F3F-FCDF-4BA80645B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5F533-9D52-D4D0-730F-B022DD805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8D765-761E-A79F-2BE4-6B8D3F9B5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80CF2-E176-FA8C-EDA0-4EA6C077C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130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0EC13-F757-49B2-B290-08D4DF95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8C1D4-BD28-F0B1-1662-7EB73BB86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96E01-D9A5-23A2-BCE2-F3D1F6CFB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FF73C-1752-58E0-4798-213F3A831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E9B5A-420B-AA7B-9ABF-8D9767A67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8948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6FF1E-FBBB-14A6-13CA-CFE4D7A58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2DA51-BF3F-E3E8-6A0C-B87EBA190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CF374-284B-1D3A-2625-C55E90173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BD618-C81F-51F8-3C52-ADF09CB4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AC45F-AA4A-918E-4318-AF7BFB453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554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F2305-E147-DC99-CB56-87E21CC06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294BE-4449-877D-3FB5-601FFD4EDC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A4F3F-00A4-A93C-A0A6-11E4A3406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D06D6-7AE6-58DC-C6B5-20ADC1C44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8967A-2AE2-E689-B65D-CC52072BD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EF90B-291F-3817-5EDD-54AD10EBE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823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E58DA-23E8-AAEC-2D5D-40FEDD56E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08774-595D-61AD-F647-04E6D09E6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FCC093-A9B0-C8DD-632A-742857F5E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AE2E09-CEDF-67F6-8FED-2F7F458FF3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C3AC11-235F-8569-E510-868F2C82C6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04EA37-77D0-4E93-826F-C7AEBFBA8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CBAEE5-77F5-7A94-3994-332D11912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ABEDEC-E4AC-6607-4100-76A420602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0555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3B010-824E-CDF9-442B-04F4138B4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AF289-808E-C4BC-8370-49C0576C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019360-E21A-AC7F-6D10-B9322004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3D158-77D6-C292-596D-9BDDB08BC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7949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7E899C-1188-196B-EDC0-12B9ABC72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DE319F-D2A0-7AFB-9470-67FF5C6D3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61141-40DA-D112-3F4F-60F8CDD96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7097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8C886-4E20-AB72-F50E-3A8DDB43C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52F37-3403-B1B8-4991-0F500E1DA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67C6F5-D1F2-5F02-2938-C11868CF4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4A36F-7F3D-9F98-D8C9-9CEE1A2A1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3C6C4-3919-78CB-168B-85DF9F7AF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34870-AAC3-93E4-46BE-D3C1E879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2863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7E04D-D020-0453-D4E0-C8E326C26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8BBF82-C62D-009E-80E1-EC984A7282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4AD2C-69D5-9AF3-C5FC-C60002EF3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13EF3-D2BE-CF53-E5F6-36F6416A2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507AE-5619-BB6E-298C-3936D9401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785CE-77A1-BFDC-FF89-6F958F418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06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EDB20-A334-479E-68D5-32121587A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51CA9F-AD11-0AEE-7D58-D7E958C58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ED9E9-304E-DE47-6CDF-2313DF568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81CB3-4506-A336-0E24-5121F378F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B3393-0707-6B39-44F7-413B14E3D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5350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3AC92F-9A13-06D6-5BF6-C5AB823BF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EA7F8-05E3-3533-9DBE-73A61DDBE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A62F5-4B68-1DC9-5579-318AF181D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B95AC-5259-9810-0C26-DA6C4B264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0A413-07FD-BD51-0110-FEFE33E4C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731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87263B-A5C4-C622-84EC-0BC3CE80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B450-0D43-7C9E-DE28-559A2A94F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22EDC-453E-77F7-8B5E-E2D5EFE6FD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F20FC-0E56-4C68-9F00-4A613BEE5956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05DFD-A243-5A26-4387-4592ECEDF9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3BDF2-6C6F-4092-B5B3-E5BB90501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422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07967643-D2DD-E407-E8AF-089F95343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1132709"/>
            <a:ext cx="1904952" cy="1880598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D583F0CE-7744-D925-F216-1F8ABFF88FA0}"/>
              </a:ext>
            </a:extLst>
          </p:cNvPr>
          <p:cNvSpPr txBox="1">
            <a:spLocks/>
          </p:cNvSpPr>
          <p:nvPr/>
        </p:nvSpPr>
        <p:spPr>
          <a:xfrm>
            <a:off x="2324261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996897EB-C51D-60AD-B519-95523946485B}"/>
              </a:ext>
            </a:extLst>
          </p:cNvPr>
          <p:cNvSpPr txBox="1">
            <a:spLocks/>
          </p:cNvSpPr>
          <p:nvPr/>
        </p:nvSpPr>
        <p:spPr>
          <a:xfrm>
            <a:off x="3154361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005FCFC6-934E-60EE-5058-D01690D6F0E4}"/>
              </a:ext>
            </a:extLst>
          </p:cNvPr>
          <p:cNvSpPr txBox="1">
            <a:spLocks/>
          </p:cNvSpPr>
          <p:nvPr/>
        </p:nvSpPr>
        <p:spPr>
          <a:xfrm>
            <a:off x="2079245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02C16F41-8E52-FDB0-1176-652894F3F6C6}"/>
              </a:ext>
            </a:extLst>
          </p:cNvPr>
          <p:cNvSpPr txBox="1">
            <a:spLocks/>
          </p:cNvSpPr>
          <p:nvPr/>
        </p:nvSpPr>
        <p:spPr>
          <a:xfrm>
            <a:off x="2394990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A73C23F6-E1AF-0720-D764-4312151E6FC2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4" name="Subtítulo 9">
            <a:extLst>
              <a:ext uri="{FF2B5EF4-FFF2-40B4-BE49-F238E27FC236}">
                <a16:creationId xmlns:a16="http://schemas.microsoft.com/office/drawing/2014/main" id="{F49C8824-6473-943C-AB05-1FE90338C806}"/>
              </a:ext>
            </a:extLst>
          </p:cNvPr>
          <p:cNvSpPr txBox="1">
            <a:spLocks/>
          </p:cNvSpPr>
          <p:nvPr/>
        </p:nvSpPr>
        <p:spPr>
          <a:xfrm>
            <a:off x="3228692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64D7559-538D-F0B9-F2F6-C3B3303E31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1132709"/>
            <a:ext cx="1904952" cy="1880598"/>
          </a:xfrm>
          <a:prstGeom prst="rect">
            <a:avLst/>
          </a:prstGeom>
        </p:spPr>
      </p:pic>
      <p:sp>
        <p:nvSpPr>
          <p:cNvPr id="12" name="Subtítulo 9">
            <a:extLst>
              <a:ext uri="{FF2B5EF4-FFF2-40B4-BE49-F238E27FC236}">
                <a16:creationId xmlns:a16="http://schemas.microsoft.com/office/drawing/2014/main" id="{5E460DBC-6222-7198-5AC3-BEB68E68EC36}"/>
              </a:ext>
            </a:extLst>
          </p:cNvPr>
          <p:cNvSpPr txBox="1">
            <a:spLocks/>
          </p:cNvSpPr>
          <p:nvPr/>
        </p:nvSpPr>
        <p:spPr>
          <a:xfrm>
            <a:off x="4381144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" name="Subtítulo 9">
            <a:extLst>
              <a:ext uri="{FF2B5EF4-FFF2-40B4-BE49-F238E27FC236}">
                <a16:creationId xmlns:a16="http://schemas.microsoft.com/office/drawing/2014/main" id="{131A2D0C-50B8-F3CD-8A14-75FEE3FB7F6B}"/>
              </a:ext>
            </a:extLst>
          </p:cNvPr>
          <p:cNvSpPr txBox="1">
            <a:spLocks/>
          </p:cNvSpPr>
          <p:nvPr/>
        </p:nvSpPr>
        <p:spPr>
          <a:xfrm>
            <a:off x="5211244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7" name="Subtítulo 9">
            <a:extLst>
              <a:ext uri="{FF2B5EF4-FFF2-40B4-BE49-F238E27FC236}">
                <a16:creationId xmlns:a16="http://schemas.microsoft.com/office/drawing/2014/main" id="{DDCAA3D8-4831-8279-1498-D44E6C14DB54}"/>
              </a:ext>
            </a:extLst>
          </p:cNvPr>
          <p:cNvSpPr txBox="1">
            <a:spLocks/>
          </p:cNvSpPr>
          <p:nvPr/>
        </p:nvSpPr>
        <p:spPr>
          <a:xfrm>
            <a:off x="4136128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9" name="Subtítulo 9">
            <a:extLst>
              <a:ext uri="{FF2B5EF4-FFF2-40B4-BE49-F238E27FC236}">
                <a16:creationId xmlns:a16="http://schemas.microsoft.com/office/drawing/2014/main" id="{8157F8BE-93D2-6478-08FA-E54B2936DAB3}"/>
              </a:ext>
            </a:extLst>
          </p:cNvPr>
          <p:cNvSpPr txBox="1">
            <a:spLocks/>
          </p:cNvSpPr>
          <p:nvPr/>
        </p:nvSpPr>
        <p:spPr>
          <a:xfrm>
            <a:off x="4451873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21" name="Subtítulo 9">
            <a:extLst>
              <a:ext uri="{FF2B5EF4-FFF2-40B4-BE49-F238E27FC236}">
                <a16:creationId xmlns:a16="http://schemas.microsoft.com/office/drawing/2014/main" id="{C0395EA2-BA75-9054-5499-CB725E940A67}"/>
              </a:ext>
            </a:extLst>
          </p:cNvPr>
          <p:cNvSpPr txBox="1">
            <a:spLocks/>
          </p:cNvSpPr>
          <p:nvPr/>
        </p:nvSpPr>
        <p:spPr>
          <a:xfrm>
            <a:off x="5285575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777246E1-895D-A516-9C4F-81092857A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1142702"/>
            <a:ext cx="1904952" cy="1880598"/>
          </a:xfrm>
          <a:prstGeom prst="rect">
            <a:avLst/>
          </a:prstGeom>
        </p:spPr>
      </p:pic>
      <p:sp>
        <p:nvSpPr>
          <p:cNvPr id="25" name="Subtítulo 9">
            <a:extLst>
              <a:ext uri="{FF2B5EF4-FFF2-40B4-BE49-F238E27FC236}">
                <a16:creationId xmlns:a16="http://schemas.microsoft.com/office/drawing/2014/main" id="{E8BA4D7A-192F-571C-C23D-0EF73FF2B31D}"/>
              </a:ext>
            </a:extLst>
          </p:cNvPr>
          <p:cNvSpPr txBox="1">
            <a:spLocks/>
          </p:cNvSpPr>
          <p:nvPr/>
        </p:nvSpPr>
        <p:spPr>
          <a:xfrm>
            <a:off x="6438027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3631FC4D-F9CD-3BB9-6040-884B6C83EBCC}"/>
              </a:ext>
            </a:extLst>
          </p:cNvPr>
          <p:cNvSpPr txBox="1">
            <a:spLocks/>
          </p:cNvSpPr>
          <p:nvPr/>
        </p:nvSpPr>
        <p:spPr>
          <a:xfrm>
            <a:off x="7268127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1" name="Subtítulo 9">
            <a:extLst>
              <a:ext uri="{FF2B5EF4-FFF2-40B4-BE49-F238E27FC236}">
                <a16:creationId xmlns:a16="http://schemas.microsoft.com/office/drawing/2014/main" id="{F1CC9945-06BF-6918-DCFA-AB2620FE8616}"/>
              </a:ext>
            </a:extLst>
          </p:cNvPr>
          <p:cNvSpPr txBox="1">
            <a:spLocks/>
          </p:cNvSpPr>
          <p:nvPr/>
        </p:nvSpPr>
        <p:spPr>
          <a:xfrm>
            <a:off x="6193011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35" name="Subtítulo 9">
            <a:extLst>
              <a:ext uri="{FF2B5EF4-FFF2-40B4-BE49-F238E27FC236}">
                <a16:creationId xmlns:a16="http://schemas.microsoft.com/office/drawing/2014/main" id="{30C707D8-4B61-8B84-0548-F713B2B04092}"/>
              </a:ext>
            </a:extLst>
          </p:cNvPr>
          <p:cNvSpPr txBox="1">
            <a:spLocks/>
          </p:cNvSpPr>
          <p:nvPr/>
        </p:nvSpPr>
        <p:spPr>
          <a:xfrm>
            <a:off x="6508756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37" name="Subtítulo 9">
            <a:extLst>
              <a:ext uri="{FF2B5EF4-FFF2-40B4-BE49-F238E27FC236}">
                <a16:creationId xmlns:a16="http://schemas.microsoft.com/office/drawing/2014/main" id="{2251E2D2-4D3F-F9D3-B87C-0154504B70B5}"/>
              </a:ext>
            </a:extLst>
          </p:cNvPr>
          <p:cNvSpPr txBox="1">
            <a:spLocks/>
          </p:cNvSpPr>
          <p:nvPr/>
        </p:nvSpPr>
        <p:spPr>
          <a:xfrm>
            <a:off x="7342458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E8EB50BF-C79B-31D9-ADBB-613E2D38A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1142702"/>
            <a:ext cx="1904952" cy="1880598"/>
          </a:xfrm>
          <a:prstGeom prst="rect">
            <a:avLst/>
          </a:prstGeom>
        </p:spPr>
      </p:pic>
      <p:sp>
        <p:nvSpPr>
          <p:cNvPr id="41" name="Subtítulo 9">
            <a:extLst>
              <a:ext uri="{FF2B5EF4-FFF2-40B4-BE49-F238E27FC236}">
                <a16:creationId xmlns:a16="http://schemas.microsoft.com/office/drawing/2014/main" id="{70006894-19D9-A459-B265-9900456C1998}"/>
              </a:ext>
            </a:extLst>
          </p:cNvPr>
          <p:cNvSpPr txBox="1">
            <a:spLocks/>
          </p:cNvSpPr>
          <p:nvPr/>
        </p:nvSpPr>
        <p:spPr>
          <a:xfrm>
            <a:off x="8494910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3" name="Subtítulo 9">
            <a:extLst>
              <a:ext uri="{FF2B5EF4-FFF2-40B4-BE49-F238E27FC236}">
                <a16:creationId xmlns:a16="http://schemas.microsoft.com/office/drawing/2014/main" id="{FCD62A4A-95A4-46B8-981D-5756CE45AC94}"/>
              </a:ext>
            </a:extLst>
          </p:cNvPr>
          <p:cNvSpPr txBox="1">
            <a:spLocks/>
          </p:cNvSpPr>
          <p:nvPr/>
        </p:nvSpPr>
        <p:spPr>
          <a:xfrm>
            <a:off x="9325010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71207C7C-65A8-6731-F1D4-B1B88B3113C4}"/>
              </a:ext>
            </a:extLst>
          </p:cNvPr>
          <p:cNvSpPr txBox="1">
            <a:spLocks/>
          </p:cNvSpPr>
          <p:nvPr/>
        </p:nvSpPr>
        <p:spPr>
          <a:xfrm>
            <a:off x="8249894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08F3767D-F987-6ABC-9614-A939DBBBBFDB}"/>
              </a:ext>
            </a:extLst>
          </p:cNvPr>
          <p:cNvSpPr txBox="1">
            <a:spLocks/>
          </p:cNvSpPr>
          <p:nvPr/>
        </p:nvSpPr>
        <p:spPr>
          <a:xfrm>
            <a:off x="8565639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49" name="Subtítulo 9">
            <a:extLst>
              <a:ext uri="{FF2B5EF4-FFF2-40B4-BE49-F238E27FC236}">
                <a16:creationId xmlns:a16="http://schemas.microsoft.com/office/drawing/2014/main" id="{C7820C5C-848B-95BD-5322-111BD3F974AA}"/>
              </a:ext>
            </a:extLst>
          </p:cNvPr>
          <p:cNvSpPr txBox="1">
            <a:spLocks/>
          </p:cNvSpPr>
          <p:nvPr/>
        </p:nvSpPr>
        <p:spPr>
          <a:xfrm>
            <a:off x="9399341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A8A2D56D-F47E-7EF6-9335-7E50F2935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3431326"/>
            <a:ext cx="1904952" cy="1880598"/>
          </a:xfrm>
          <a:prstGeom prst="rect">
            <a:avLst/>
          </a:prstGeom>
        </p:spPr>
      </p:pic>
      <p:sp>
        <p:nvSpPr>
          <p:cNvPr id="53" name="Subtítulo 9">
            <a:extLst>
              <a:ext uri="{FF2B5EF4-FFF2-40B4-BE49-F238E27FC236}">
                <a16:creationId xmlns:a16="http://schemas.microsoft.com/office/drawing/2014/main" id="{E38B3F70-DE43-AB02-434A-29A994AB9346}"/>
              </a:ext>
            </a:extLst>
          </p:cNvPr>
          <p:cNvSpPr txBox="1">
            <a:spLocks/>
          </p:cNvSpPr>
          <p:nvPr/>
        </p:nvSpPr>
        <p:spPr>
          <a:xfrm>
            <a:off x="2324261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5" name="Subtítulo 9">
            <a:extLst>
              <a:ext uri="{FF2B5EF4-FFF2-40B4-BE49-F238E27FC236}">
                <a16:creationId xmlns:a16="http://schemas.microsoft.com/office/drawing/2014/main" id="{FB2D69C0-1B37-866E-5A7E-AD7F040A9E11}"/>
              </a:ext>
            </a:extLst>
          </p:cNvPr>
          <p:cNvSpPr txBox="1">
            <a:spLocks/>
          </p:cNvSpPr>
          <p:nvPr/>
        </p:nvSpPr>
        <p:spPr>
          <a:xfrm>
            <a:off x="3154361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8" name="Subtítulo 9">
            <a:extLst>
              <a:ext uri="{FF2B5EF4-FFF2-40B4-BE49-F238E27FC236}">
                <a16:creationId xmlns:a16="http://schemas.microsoft.com/office/drawing/2014/main" id="{2DA6851C-4D41-9ABC-7FE8-7F8CBA6F8398}"/>
              </a:ext>
            </a:extLst>
          </p:cNvPr>
          <p:cNvSpPr txBox="1">
            <a:spLocks/>
          </p:cNvSpPr>
          <p:nvPr/>
        </p:nvSpPr>
        <p:spPr>
          <a:xfrm>
            <a:off x="2079245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E4ACBADD-98FF-EEAE-7DE8-0CB053086F5D}"/>
              </a:ext>
            </a:extLst>
          </p:cNvPr>
          <p:cNvSpPr txBox="1">
            <a:spLocks/>
          </p:cNvSpPr>
          <p:nvPr/>
        </p:nvSpPr>
        <p:spPr>
          <a:xfrm>
            <a:off x="2394990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65" name="Subtítulo 9">
            <a:extLst>
              <a:ext uri="{FF2B5EF4-FFF2-40B4-BE49-F238E27FC236}">
                <a16:creationId xmlns:a16="http://schemas.microsoft.com/office/drawing/2014/main" id="{9072D4E8-AE64-1EC8-4D1F-3864932DCBC8}"/>
              </a:ext>
            </a:extLst>
          </p:cNvPr>
          <p:cNvSpPr txBox="1">
            <a:spLocks/>
          </p:cNvSpPr>
          <p:nvPr/>
        </p:nvSpPr>
        <p:spPr>
          <a:xfrm>
            <a:off x="3228692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67" name="Imagem 66">
            <a:extLst>
              <a:ext uri="{FF2B5EF4-FFF2-40B4-BE49-F238E27FC236}">
                <a16:creationId xmlns:a16="http://schemas.microsoft.com/office/drawing/2014/main" id="{A4AE75DB-88A6-65E1-9F99-808530437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3431326"/>
            <a:ext cx="1904952" cy="1880598"/>
          </a:xfrm>
          <a:prstGeom prst="rect">
            <a:avLst/>
          </a:prstGeom>
        </p:spPr>
      </p:pic>
      <p:sp>
        <p:nvSpPr>
          <p:cNvPr id="69" name="Subtítulo 9">
            <a:extLst>
              <a:ext uri="{FF2B5EF4-FFF2-40B4-BE49-F238E27FC236}">
                <a16:creationId xmlns:a16="http://schemas.microsoft.com/office/drawing/2014/main" id="{703D7FAC-505B-FF38-F81A-E95197EC3027}"/>
              </a:ext>
            </a:extLst>
          </p:cNvPr>
          <p:cNvSpPr txBox="1">
            <a:spLocks/>
          </p:cNvSpPr>
          <p:nvPr/>
        </p:nvSpPr>
        <p:spPr>
          <a:xfrm>
            <a:off x="4381144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71" name="Subtítulo 9">
            <a:extLst>
              <a:ext uri="{FF2B5EF4-FFF2-40B4-BE49-F238E27FC236}">
                <a16:creationId xmlns:a16="http://schemas.microsoft.com/office/drawing/2014/main" id="{CE5B14B6-A4D5-D7F9-2B27-45DE804313FE}"/>
              </a:ext>
            </a:extLst>
          </p:cNvPr>
          <p:cNvSpPr txBox="1">
            <a:spLocks/>
          </p:cNvSpPr>
          <p:nvPr/>
        </p:nvSpPr>
        <p:spPr>
          <a:xfrm>
            <a:off x="5211244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2D8D45D3-334B-27A4-7814-DD3538390B6C}"/>
              </a:ext>
            </a:extLst>
          </p:cNvPr>
          <p:cNvSpPr txBox="1">
            <a:spLocks/>
          </p:cNvSpPr>
          <p:nvPr/>
        </p:nvSpPr>
        <p:spPr>
          <a:xfrm>
            <a:off x="4136128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80" name="Subtítulo 9">
            <a:extLst>
              <a:ext uri="{FF2B5EF4-FFF2-40B4-BE49-F238E27FC236}">
                <a16:creationId xmlns:a16="http://schemas.microsoft.com/office/drawing/2014/main" id="{BCC01711-AE84-7C4B-282C-84E4CB07D5E3}"/>
              </a:ext>
            </a:extLst>
          </p:cNvPr>
          <p:cNvSpPr txBox="1">
            <a:spLocks/>
          </p:cNvSpPr>
          <p:nvPr/>
        </p:nvSpPr>
        <p:spPr>
          <a:xfrm>
            <a:off x="4451873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84" name="Subtítulo 9">
            <a:extLst>
              <a:ext uri="{FF2B5EF4-FFF2-40B4-BE49-F238E27FC236}">
                <a16:creationId xmlns:a16="http://schemas.microsoft.com/office/drawing/2014/main" id="{91589889-CBF2-01C2-F6D5-3F693B7F7AD9}"/>
              </a:ext>
            </a:extLst>
          </p:cNvPr>
          <p:cNvSpPr txBox="1">
            <a:spLocks/>
          </p:cNvSpPr>
          <p:nvPr/>
        </p:nvSpPr>
        <p:spPr>
          <a:xfrm>
            <a:off x="5285575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8" name="Imagem 87">
            <a:extLst>
              <a:ext uri="{FF2B5EF4-FFF2-40B4-BE49-F238E27FC236}">
                <a16:creationId xmlns:a16="http://schemas.microsoft.com/office/drawing/2014/main" id="{223C608B-5EA1-012F-93EF-F77DC1D98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3441319"/>
            <a:ext cx="1904952" cy="1880598"/>
          </a:xfrm>
          <a:prstGeom prst="rect">
            <a:avLst/>
          </a:prstGeom>
        </p:spPr>
      </p:pic>
      <p:sp>
        <p:nvSpPr>
          <p:cNvPr id="92" name="Subtítulo 9">
            <a:extLst>
              <a:ext uri="{FF2B5EF4-FFF2-40B4-BE49-F238E27FC236}">
                <a16:creationId xmlns:a16="http://schemas.microsoft.com/office/drawing/2014/main" id="{3D01A25A-248E-0507-E55D-1D983921C985}"/>
              </a:ext>
            </a:extLst>
          </p:cNvPr>
          <p:cNvSpPr txBox="1">
            <a:spLocks/>
          </p:cNvSpPr>
          <p:nvPr/>
        </p:nvSpPr>
        <p:spPr>
          <a:xfrm>
            <a:off x="6438027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96" name="Subtítulo 9">
            <a:extLst>
              <a:ext uri="{FF2B5EF4-FFF2-40B4-BE49-F238E27FC236}">
                <a16:creationId xmlns:a16="http://schemas.microsoft.com/office/drawing/2014/main" id="{97508198-76F8-FAC2-A653-69DE8E7EEFEE}"/>
              </a:ext>
            </a:extLst>
          </p:cNvPr>
          <p:cNvSpPr txBox="1">
            <a:spLocks/>
          </p:cNvSpPr>
          <p:nvPr/>
        </p:nvSpPr>
        <p:spPr>
          <a:xfrm>
            <a:off x="7268127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00" name="Subtítulo 9">
            <a:extLst>
              <a:ext uri="{FF2B5EF4-FFF2-40B4-BE49-F238E27FC236}">
                <a16:creationId xmlns:a16="http://schemas.microsoft.com/office/drawing/2014/main" id="{6F9377D2-F2BC-A877-37F5-05DB1005C5BA}"/>
              </a:ext>
            </a:extLst>
          </p:cNvPr>
          <p:cNvSpPr txBox="1">
            <a:spLocks/>
          </p:cNvSpPr>
          <p:nvPr/>
        </p:nvSpPr>
        <p:spPr>
          <a:xfrm>
            <a:off x="6193011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04" name="Subtítulo 9">
            <a:extLst>
              <a:ext uri="{FF2B5EF4-FFF2-40B4-BE49-F238E27FC236}">
                <a16:creationId xmlns:a16="http://schemas.microsoft.com/office/drawing/2014/main" id="{2F3BF040-B8CE-1992-70B1-A96CBC1361BC}"/>
              </a:ext>
            </a:extLst>
          </p:cNvPr>
          <p:cNvSpPr txBox="1">
            <a:spLocks/>
          </p:cNvSpPr>
          <p:nvPr/>
        </p:nvSpPr>
        <p:spPr>
          <a:xfrm>
            <a:off x="6508756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08" name="Subtítulo 9">
            <a:extLst>
              <a:ext uri="{FF2B5EF4-FFF2-40B4-BE49-F238E27FC236}">
                <a16:creationId xmlns:a16="http://schemas.microsoft.com/office/drawing/2014/main" id="{162DC31A-D480-DDA5-7E9D-9D4A70E490EB}"/>
              </a:ext>
            </a:extLst>
          </p:cNvPr>
          <p:cNvSpPr txBox="1">
            <a:spLocks/>
          </p:cNvSpPr>
          <p:nvPr/>
        </p:nvSpPr>
        <p:spPr>
          <a:xfrm>
            <a:off x="7342458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112" name="Imagem 111">
            <a:extLst>
              <a:ext uri="{FF2B5EF4-FFF2-40B4-BE49-F238E27FC236}">
                <a16:creationId xmlns:a16="http://schemas.microsoft.com/office/drawing/2014/main" id="{9ED66BBA-5C6B-FAAC-0C94-8D8E634AF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3441319"/>
            <a:ext cx="1904952" cy="1880598"/>
          </a:xfrm>
          <a:prstGeom prst="rect">
            <a:avLst/>
          </a:prstGeom>
        </p:spPr>
      </p:pic>
      <p:sp>
        <p:nvSpPr>
          <p:cNvPr id="116" name="Subtítulo 9">
            <a:extLst>
              <a:ext uri="{FF2B5EF4-FFF2-40B4-BE49-F238E27FC236}">
                <a16:creationId xmlns:a16="http://schemas.microsoft.com/office/drawing/2014/main" id="{0C5F5D8D-5A73-FF9A-87BE-40CB3118DA5F}"/>
              </a:ext>
            </a:extLst>
          </p:cNvPr>
          <p:cNvSpPr txBox="1">
            <a:spLocks/>
          </p:cNvSpPr>
          <p:nvPr/>
        </p:nvSpPr>
        <p:spPr>
          <a:xfrm>
            <a:off x="8494910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20" name="Subtítulo 9">
            <a:extLst>
              <a:ext uri="{FF2B5EF4-FFF2-40B4-BE49-F238E27FC236}">
                <a16:creationId xmlns:a16="http://schemas.microsoft.com/office/drawing/2014/main" id="{EF059BAA-6A4C-6AF1-C92F-8CB267AE861D}"/>
              </a:ext>
            </a:extLst>
          </p:cNvPr>
          <p:cNvSpPr txBox="1">
            <a:spLocks/>
          </p:cNvSpPr>
          <p:nvPr/>
        </p:nvSpPr>
        <p:spPr>
          <a:xfrm>
            <a:off x="9325010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23" name="Subtítulo 9">
            <a:extLst>
              <a:ext uri="{FF2B5EF4-FFF2-40B4-BE49-F238E27FC236}">
                <a16:creationId xmlns:a16="http://schemas.microsoft.com/office/drawing/2014/main" id="{92F50D72-C7B3-FA12-8476-30A6C22C959F}"/>
              </a:ext>
            </a:extLst>
          </p:cNvPr>
          <p:cNvSpPr txBox="1">
            <a:spLocks/>
          </p:cNvSpPr>
          <p:nvPr/>
        </p:nvSpPr>
        <p:spPr>
          <a:xfrm>
            <a:off x="8249894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25" name="Subtítulo 9">
            <a:extLst>
              <a:ext uri="{FF2B5EF4-FFF2-40B4-BE49-F238E27FC236}">
                <a16:creationId xmlns:a16="http://schemas.microsoft.com/office/drawing/2014/main" id="{97417C9C-E6D3-FCD6-B346-957D6127F2C4}"/>
              </a:ext>
            </a:extLst>
          </p:cNvPr>
          <p:cNvSpPr txBox="1">
            <a:spLocks/>
          </p:cNvSpPr>
          <p:nvPr/>
        </p:nvSpPr>
        <p:spPr>
          <a:xfrm>
            <a:off x="8565639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27" name="Subtítulo 9">
            <a:extLst>
              <a:ext uri="{FF2B5EF4-FFF2-40B4-BE49-F238E27FC236}">
                <a16:creationId xmlns:a16="http://schemas.microsoft.com/office/drawing/2014/main" id="{B92E7B8E-D11F-BFB5-CE5D-962737D67049}"/>
              </a:ext>
            </a:extLst>
          </p:cNvPr>
          <p:cNvSpPr txBox="1">
            <a:spLocks/>
          </p:cNvSpPr>
          <p:nvPr/>
        </p:nvSpPr>
        <p:spPr>
          <a:xfrm>
            <a:off x="9399341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753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A7C8B-F5DB-6CB3-A739-D986D4AA5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C7C22A7B-47F5-F93A-2E2E-9D88D523F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1132709"/>
            <a:ext cx="1904951" cy="1880598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18D45961-116C-FCBA-F9D1-AF90E2D540C9}"/>
              </a:ext>
            </a:extLst>
          </p:cNvPr>
          <p:cNvSpPr txBox="1">
            <a:spLocks/>
          </p:cNvSpPr>
          <p:nvPr/>
        </p:nvSpPr>
        <p:spPr>
          <a:xfrm>
            <a:off x="2324261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AF8882CC-66CF-6A34-3234-00CFAB14EB09}"/>
              </a:ext>
            </a:extLst>
          </p:cNvPr>
          <p:cNvSpPr txBox="1">
            <a:spLocks/>
          </p:cNvSpPr>
          <p:nvPr/>
        </p:nvSpPr>
        <p:spPr>
          <a:xfrm>
            <a:off x="3154361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B0D6989E-EB92-65C5-494A-FED633AE338F}"/>
              </a:ext>
            </a:extLst>
          </p:cNvPr>
          <p:cNvSpPr txBox="1">
            <a:spLocks/>
          </p:cNvSpPr>
          <p:nvPr/>
        </p:nvSpPr>
        <p:spPr>
          <a:xfrm>
            <a:off x="2079245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A2FAE390-2B81-C8CD-3A74-219D476A2BA6}"/>
              </a:ext>
            </a:extLst>
          </p:cNvPr>
          <p:cNvSpPr txBox="1">
            <a:spLocks/>
          </p:cNvSpPr>
          <p:nvPr/>
        </p:nvSpPr>
        <p:spPr>
          <a:xfrm>
            <a:off x="2394990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09583A08-2696-5822-ABFA-2CEA0750AE11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4" name="Subtítulo 9">
            <a:extLst>
              <a:ext uri="{FF2B5EF4-FFF2-40B4-BE49-F238E27FC236}">
                <a16:creationId xmlns:a16="http://schemas.microsoft.com/office/drawing/2014/main" id="{4DA0C78E-6D5C-95BD-38BF-FF4A0C49E748}"/>
              </a:ext>
            </a:extLst>
          </p:cNvPr>
          <p:cNvSpPr txBox="1">
            <a:spLocks/>
          </p:cNvSpPr>
          <p:nvPr/>
        </p:nvSpPr>
        <p:spPr>
          <a:xfrm>
            <a:off x="3228692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98697F1-3852-0368-47EF-19F925201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1132709"/>
            <a:ext cx="1904951" cy="1880598"/>
          </a:xfrm>
          <a:prstGeom prst="rect">
            <a:avLst/>
          </a:prstGeom>
        </p:spPr>
      </p:pic>
      <p:sp>
        <p:nvSpPr>
          <p:cNvPr id="12" name="Subtítulo 9">
            <a:extLst>
              <a:ext uri="{FF2B5EF4-FFF2-40B4-BE49-F238E27FC236}">
                <a16:creationId xmlns:a16="http://schemas.microsoft.com/office/drawing/2014/main" id="{54B2BA57-F197-757D-07A2-DD11C53D6034}"/>
              </a:ext>
            </a:extLst>
          </p:cNvPr>
          <p:cNvSpPr txBox="1">
            <a:spLocks/>
          </p:cNvSpPr>
          <p:nvPr/>
        </p:nvSpPr>
        <p:spPr>
          <a:xfrm>
            <a:off x="4381144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" name="Subtítulo 9">
            <a:extLst>
              <a:ext uri="{FF2B5EF4-FFF2-40B4-BE49-F238E27FC236}">
                <a16:creationId xmlns:a16="http://schemas.microsoft.com/office/drawing/2014/main" id="{480DA218-E494-FB36-169F-9A6BA697FB4B}"/>
              </a:ext>
            </a:extLst>
          </p:cNvPr>
          <p:cNvSpPr txBox="1">
            <a:spLocks/>
          </p:cNvSpPr>
          <p:nvPr/>
        </p:nvSpPr>
        <p:spPr>
          <a:xfrm>
            <a:off x="5211244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7" name="Subtítulo 9">
            <a:extLst>
              <a:ext uri="{FF2B5EF4-FFF2-40B4-BE49-F238E27FC236}">
                <a16:creationId xmlns:a16="http://schemas.microsoft.com/office/drawing/2014/main" id="{E8A4C868-1C21-4FCF-0B8D-930E18ECEC91}"/>
              </a:ext>
            </a:extLst>
          </p:cNvPr>
          <p:cNvSpPr txBox="1">
            <a:spLocks/>
          </p:cNvSpPr>
          <p:nvPr/>
        </p:nvSpPr>
        <p:spPr>
          <a:xfrm>
            <a:off x="4136128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9" name="Subtítulo 9">
            <a:extLst>
              <a:ext uri="{FF2B5EF4-FFF2-40B4-BE49-F238E27FC236}">
                <a16:creationId xmlns:a16="http://schemas.microsoft.com/office/drawing/2014/main" id="{086CF42A-7442-DF83-7EAA-367F06DFEF8D}"/>
              </a:ext>
            </a:extLst>
          </p:cNvPr>
          <p:cNvSpPr txBox="1">
            <a:spLocks/>
          </p:cNvSpPr>
          <p:nvPr/>
        </p:nvSpPr>
        <p:spPr>
          <a:xfrm>
            <a:off x="4451873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21" name="Subtítulo 9">
            <a:extLst>
              <a:ext uri="{FF2B5EF4-FFF2-40B4-BE49-F238E27FC236}">
                <a16:creationId xmlns:a16="http://schemas.microsoft.com/office/drawing/2014/main" id="{7C3B95F6-E05E-F3BD-1B75-C4C367F11A72}"/>
              </a:ext>
            </a:extLst>
          </p:cNvPr>
          <p:cNvSpPr txBox="1">
            <a:spLocks/>
          </p:cNvSpPr>
          <p:nvPr/>
        </p:nvSpPr>
        <p:spPr>
          <a:xfrm>
            <a:off x="5285575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69AF90BD-897F-D1EC-507A-011CB7E9C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1142702"/>
            <a:ext cx="1904951" cy="1880598"/>
          </a:xfrm>
          <a:prstGeom prst="rect">
            <a:avLst/>
          </a:prstGeom>
        </p:spPr>
      </p:pic>
      <p:sp>
        <p:nvSpPr>
          <p:cNvPr id="25" name="Subtítulo 9">
            <a:extLst>
              <a:ext uri="{FF2B5EF4-FFF2-40B4-BE49-F238E27FC236}">
                <a16:creationId xmlns:a16="http://schemas.microsoft.com/office/drawing/2014/main" id="{C553F285-CDE3-A042-9BB6-D9D128233ABD}"/>
              </a:ext>
            </a:extLst>
          </p:cNvPr>
          <p:cNvSpPr txBox="1">
            <a:spLocks/>
          </p:cNvSpPr>
          <p:nvPr/>
        </p:nvSpPr>
        <p:spPr>
          <a:xfrm>
            <a:off x="6438027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1CDE47DA-349C-7AAF-D675-C4AECAA59C47}"/>
              </a:ext>
            </a:extLst>
          </p:cNvPr>
          <p:cNvSpPr txBox="1">
            <a:spLocks/>
          </p:cNvSpPr>
          <p:nvPr/>
        </p:nvSpPr>
        <p:spPr>
          <a:xfrm>
            <a:off x="7268127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1" name="Subtítulo 9">
            <a:extLst>
              <a:ext uri="{FF2B5EF4-FFF2-40B4-BE49-F238E27FC236}">
                <a16:creationId xmlns:a16="http://schemas.microsoft.com/office/drawing/2014/main" id="{DD980DA9-ED31-3564-9C9D-EF7819E4A10C}"/>
              </a:ext>
            </a:extLst>
          </p:cNvPr>
          <p:cNvSpPr txBox="1">
            <a:spLocks/>
          </p:cNvSpPr>
          <p:nvPr/>
        </p:nvSpPr>
        <p:spPr>
          <a:xfrm>
            <a:off x="6193011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35" name="Subtítulo 9">
            <a:extLst>
              <a:ext uri="{FF2B5EF4-FFF2-40B4-BE49-F238E27FC236}">
                <a16:creationId xmlns:a16="http://schemas.microsoft.com/office/drawing/2014/main" id="{8D30AB71-40CC-942E-318C-F92F7DE53950}"/>
              </a:ext>
            </a:extLst>
          </p:cNvPr>
          <p:cNvSpPr txBox="1">
            <a:spLocks/>
          </p:cNvSpPr>
          <p:nvPr/>
        </p:nvSpPr>
        <p:spPr>
          <a:xfrm>
            <a:off x="6508756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37" name="Subtítulo 9">
            <a:extLst>
              <a:ext uri="{FF2B5EF4-FFF2-40B4-BE49-F238E27FC236}">
                <a16:creationId xmlns:a16="http://schemas.microsoft.com/office/drawing/2014/main" id="{55CB542D-367A-A4DC-59C6-89DA3D91222D}"/>
              </a:ext>
            </a:extLst>
          </p:cNvPr>
          <p:cNvSpPr txBox="1">
            <a:spLocks/>
          </p:cNvSpPr>
          <p:nvPr/>
        </p:nvSpPr>
        <p:spPr>
          <a:xfrm>
            <a:off x="7342458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917664A2-18B2-DDF2-5056-9BA4DAADE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1142702"/>
            <a:ext cx="1904952" cy="1880598"/>
          </a:xfrm>
          <a:prstGeom prst="rect">
            <a:avLst/>
          </a:prstGeom>
        </p:spPr>
      </p:pic>
      <p:sp>
        <p:nvSpPr>
          <p:cNvPr id="41" name="Subtítulo 9">
            <a:extLst>
              <a:ext uri="{FF2B5EF4-FFF2-40B4-BE49-F238E27FC236}">
                <a16:creationId xmlns:a16="http://schemas.microsoft.com/office/drawing/2014/main" id="{AAB8A0E9-21D0-60E4-380D-24A4879037C4}"/>
              </a:ext>
            </a:extLst>
          </p:cNvPr>
          <p:cNvSpPr txBox="1">
            <a:spLocks/>
          </p:cNvSpPr>
          <p:nvPr/>
        </p:nvSpPr>
        <p:spPr>
          <a:xfrm>
            <a:off x="8494910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3" name="Subtítulo 9">
            <a:extLst>
              <a:ext uri="{FF2B5EF4-FFF2-40B4-BE49-F238E27FC236}">
                <a16:creationId xmlns:a16="http://schemas.microsoft.com/office/drawing/2014/main" id="{23B24D71-8EEC-24C3-1007-709C4F336DCC}"/>
              </a:ext>
            </a:extLst>
          </p:cNvPr>
          <p:cNvSpPr txBox="1">
            <a:spLocks/>
          </p:cNvSpPr>
          <p:nvPr/>
        </p:nvSpPr>
        <p:spPr>
          <a:xfrm>
            <a:off x="9325010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C885FF86-9BCA-33CB-3A04-7DCF1B7235ED}"/>
              </a:ext>
            </a:extLst>
          </p:cNvPr>
          <p:cNvSpPr txBox="1">
            <a:spLocks/>
          </p:cNvSpPr>
          <p:nvPr/>
        </p:nvSpPr>
        <p:spPr>
          <a:xfrm>
            <a:off x="8249894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D990D66D-0971-5B93-C14F-94EB95FEAD3F}"/>
              </a:ext>
            </a:extLst>
          </p:cNvPr>
          <p:cNvSpPr txBox="1">
            <a:spLocks/>
          </p:cNvSpPr>
          <p:nvPr/>
        </p:nvSpPr>
        <p:spPr>
          <a:xfrm>
            <a:off x="8565639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49" name="Subtítulo 9">
            <a:extLst>
              <a:ext uri="{FF2B5EF4-FFF2-40B4-BE49-F238E27FC236}">
                <a16:creationId xmlns:a16="http://schemas.microsoft.com/office/drawing/2014/main" id="{2AD4EE63-C3EE-7EB0-9377-2DC1A60B2292}"/>
              </a:ext>
            </a:extLst>
          </p:cNvPr>
          <p:cNvSpPr txBox="1">
            <a:spLocks/>
          </p:cNvSpPr>
          <p:nvPr/>
        </p:nvSpPr>
        <p:spPr>
          <a:xfrm>
            <a:off x="9399341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53FD13B7-4CDD-2776-02F8-FB59758083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3431326"/>
            <a:ext cx="1904951" cy="1880598"/>
          </a:xfrm>
          <a:prstGeom prst="rect">
            <a:avLst/>
          </a:prstGeom>
        </p:spPr>
      </p:pic>
      <p:sp>
        <p:nvSpPr>
          <p:cNvPr id="53" name="Subtítulo 9">
            <a:extLst>
              <a:ext uri="{FF2B5EF4-FFF2-40B4-BE49-F238E27FC236}">
                <a16:creationId xmlns:a16="http://schemas.microsoft.com/office/drawing/2014/main" id="{FC187FED-EBFF-F223-3A6C-F5A0E622E4A9}"/>
              </a:ext>
            </a:extLst>
          </p:cNvPr>
          <p:cNvSpPr txBox="1">
            <a:spLocks/>
          </p:cNvSpPr>
          <p:nvPr/>
        </p:nvSpPr>
        <p:spPr>
          <a:xfrm>
            <a:off x="2324261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5" name="Subtítulo 9">
            <a:extLst>
              <a:ext uri="{FF2B5EF4-FFF2-40B4-BE49-F238E27FC236}">
                <a16:creationId xmlns:a16="http://schemas.microsoft.com/office/drawing/2014/main" id="{CF191F45-53E4-2303-21C1-34C7C97E6185}"/>
              </a:ext>
            </a:extLst>
          </p:cNvPr>
          <p:cNvSpPr txBox="1">
            <a:spLocks/>
          </p:cNvSpPr>
          <p:nvPr/>
        </p:nvSpPr>
        <p:spPr>
          <a:xfrm>
            <a:off x="3154361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8" name="Subtítulo 9">
            <a:extLst>
              <a:ext uri="{FF2B5EF4-FFF2-40B4-BE49-F238E27FC236}">
                <a16:creationId xmlns:a16="http://schemas.microsoft.com/office/drawing/2014/main" id="{BF5E86FE-F24B-2C62-0AC8-55754E41C7DC}"/>
              </a:ext>
            </a:extLst>
          </p:cNvPr>
          <p:cNvSpPr txBox="1">
            <a:spLocks/>
          </p:cNvSpPr>
          <p:nvPr/>
        </p:nvSpPr>
        <p:spPr>
          <a:xfrm>
            <a:off x="2079245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4B430EA9-29CA-6D74-0040-843EF940B3E7}"/>
              </a:ext>
            </a:extLst>
          </p:cNvPr>
          <p:cNvSpPr txBox="1">
            <a:spLocks/>
          </p:cNvSpPr>
          <p:nvPr/>
        </p:nvSpPr>
        <p:spPr>
          <a:xfrm>
            <a:off x="2394990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65" name="Subtítulo 9">
            <a:extLst>
              <a:ext uri="{FF2B5EF4-FFF2-40B4-BE49-F238E27FC236}">
                <a16:creationId xmlns:a16="http://schemas.microsoft.com/office/drawing/2014/main" id="{2FC14F21-817D-596E-6C03-010811C191E4}"/>
              </a:ext>
            </a:extLst>
          </p:cNvPr>
          <p:cNvSpPr txBox="1">
            <a:spLocks/>
          </p:cNvSpPr>
          <p:nvPr/>
        </p:nvSpPr>
        <p:spPr>
          <a:xfrm>
            <a:off x="3228692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67" name="Imagem 66">
            <a:extLst>
              <a:ext uri="{FF2B5EF4-FFF2-40B4-BE49-F238E27FC236}">
                <a16:creationId xmlns:a16="http://schemas.microsoft.com/office/drawing/2014/main" id="{E81FA378-1F60-A49D-B184-CD37CDB15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3431326"/>
            <a:ext cx="1904951" cy="1880598"/>
          </a:xfrm>
          <a:prstGeom prst="rect">
            <a:avLst/>
          </a:prstGeom>
        </p:spPr>
      </p:pic>
      <p:sp>
        <p:nvSpPr>
          <p:cNvPr id="69" name="Subtítulo 9">
            <a:extLst>
              <a:ext uri="{FF2B5EF4-FFF2-40B4-BE49-F238E27FC236}">
                <a16:creationId xmlns:a16="http://schemas.microsoft.com/office/drawing/2014/main" id="{EFEE48D1-1940-0E7C-92C4-1D487DD391C2}"/>
              </a:ext>
            </a:extLst>
          </p:cNvPr>
          <p:cNvSpPr txBox="1">
            <a:spLocks/>
          </p:cNvSpPr>
          <p:nvPr/>
        </p:nvSpPr>
        <p:spPr>
          <a:xfrm>
            <a:off x="4381144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71" name="Subtítulo 9">
            <a:extLst>
              <a:ext uri="{FF2B5EF4-FFF2-40B4-BE49-F238E27FC236}">
                <a16:creationId xmlns:a16="http://schemas.microsoft.com/office/drawing/2014/main" id="{7269D164-8F67-69F1-8500-776E7A40B382}"/>
              </a:ext>
            </a:extLst>
          </p:cNvPr>
          <p:cNvSpPr txBox="1">
            <a:spLocks/>
          </p:cNvSpPr>
          <p:nvPr/>
        </p:nvSpPr>
        <p:spPr>
          <a:xfrm>
            <a:off x="5211244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E54C10CC-0D3C-63FE-B133-DF1492125FFE}"/>
              </a:ext>
            </a:extLst>
          </p:cNvPr>
          <p:cNvSpPr txBox="1">
            <a:spLocks/>
          </p:cNvSpPr>
          <p:nvPr/>
        </p:nvSpPr>
        <p:spPr>
          <a:xfrm>
            <a:off x="4136128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80" name="Subtítulo 9">
            <a:extLst>
              <a:ext uri="{FF2B5EF4-FFF2-40B4-BE49-F238E27FC236}">
                <a16:creationId xmlns:a16="http://schemas.microsoft.com/office/drawing/2014/main" id="{88739938-632F-C535-ADB7-6D1F5960ABC9}"/>
              </a:ext>
            </a:extLst>
          </p:cNvPr>
          <p:cNvSpPr txBox="1">
            <a:spLocks/>
          </p:cNvSpPr>
          <p:nvPr/>
        </p:nvSpPr>
        <p:spPr>
          <a:xfrm>
            <a:off x="4451873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84" name="Subtítulo 9">
            <a:extLst>
              <a:ext uri="{FF2B5EF4-FFF2-40B4-BE49-F238E27FC236}">
                <a16:creationId xmlns:a16="http://schemas.microsoft.com/office/drawing/2014/main" id="{3A41CC84-AD8B-F6AC-9B24-C7F224D70055}"/>
              </a:ext>
            </a:extLst>
          </p:cNvPr>
          <p:cNvSpPr txBox="1">
            <a:spLocks/>
          </p:cNvSpPr>
          <p:nvPr/>
        </p:nvSpPr>
        <p:spPr>
          <a:xfrm>
            <a:off x="5285575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8" name="Imagem 87">
            <a:extLst>
              <a:ext uri="{FF2B5EF4-FFF2-40B4-BE49-F238E27FC236}">
                <a16:creationId xmlns:a16="http://schemas.microsoft.com/office/drawing/2014/main" id="{4177799F-1B15-C616-71F4-04E1180FC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3441319"/>
            <a:ext cx="1904951" cy="1880598"/>
          </a:xfrm>
          <a:prstGeom prst="rect">
            <a:avLst/>
          </a:prstGeom>
        </p:spPr>
      </p:pic>
      <p:sp>
        <p:nvSpPr>
          <p:cNvPr id="92" name="Subtítulo 9">
            <a:extLst>
              <a:ext uri="{FF2B5EF4-FFF2-40B4-BE49-F238E27FC236}">
                <a16:creationId xmlns:a16="http://schemas.microsoft.com/office/drawing/2014/main" id="{D0ADA56D-C469-87C4-9445-0C00EF9D9394}"/>
              </a:ext>
            </a:extLst>
          </p:cNvPr>
          <p:cNvSpPr txBox="1">
            <a:spLocks/>
          </p:cNvSpPr>
          <p:nvPr/>
        </p:nvSpPr>
        <p:spPr>
          <a:xfrm>
            <a:off x="6438027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96" name="Subtítulo 9">
            <a:extLst>
              <a:ext uri="{FF2B5EF4-FFF2-40B4-BE49-F238E27FC236}">
                <a16:creationId xmlns:a16="http://schemas.microsoft.com/office/drawing/2014/main" id="{BFE31724-A419-BA09-37DD-F45BD70CE882}"/>
              </a:ext>
            </a:extLst>
          </p:cNvPr>
          <p:cNvSpPr txBox="1">
            <a:spLocks/>
          </p:cNvSpPr>
          <p:nvPr/>
        </p:nvSpPr>
        <p:spPr>
          <a:xfrm>
            <a:off x="7268127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00" name="Subtítulo 9">
            <a:extLst>
              <a:ext uri="{FF2B5EF4-FFF2-40B4-BE49-F238E27FC236}">
                <a16:creationId xmlns:a16="http://schemas.microsoft.com/office/drawing/2014/main" id="{5BA8CED2-97FF-8F84-E7AB-FE2D0571751B}"/>
              </a:ext>
            </a:extLst>
          </p:cNvPr>
          <p:cNvSpPr txBox="1">
            <a:spLocks/>
          </p:cNvSpPr>
          <p:nvPr/>
        </p:nvSpPr>
        <p:spPr>
          <a:xfrm>
            <a:off x="6193011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04" name="Subtítulo 9">
            <a:extLst>
              <a:ext uri="{FF2B5EF4-FFF2-40B4-BE49-F238E27FC236}">
                <a16:creationId xmlns:a16="http://schemas.microsoft.com/office/drawing/2014/main" id="{62765555-0FBD-80F7-3E4E-30C6FF547795}"/>
              </a:ext>
            </a:extLst>
          </p:cNvPr>
          <p:cNvSpPr txBox="1">
            <a:spLocks/>
          </p:cNvSpPr>
          <p:nvPr/>
        </p:nvSpPr>
        <p:spPr>
          <a:xfrm>
            <a:off x="6508756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08" name="Subtítulo 9">
            <a:extLst>
              <a:ext uri="{FF2B5EF4-FFF2-40B4-BE49-F238E27FC236}">
                <a16:creationId xmlns:a16="http://schemas.microsoft.com/office/drawing/2014/main" id="{22330738-011D-2BEE-F9D6-3DCEB37BEE4F}"/>
              </a:ext>
            </a:extLst>
          </p:cNvPr>
          <p:cNvSpPr txBox="1">
            <a:spLocks/>
          </p:cNvSpPr>
          <p:nvPr/>
        </p:nvSpPr>
        <p:spPr>
          <a:xfrm>
            <a:off x="7342458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112" name="Imagem 111">
            <a:extLst>
              <a:ext uri="{FF2B5EF4-FFF2-40B4-BE49-F238E27FC236}">
                <a16:creationId xmlns:a16="http://schemas.microsoft.com/office/drawing/2014/main" id="{CDE081D1-982E-3608-7CDF-1AE998E24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3441319"/>
            <a:ext cx="1904951" cy="1880598"/>
          </a:xfrm>
          <a:prstGeom prst="rect">
            <a:avLst/>
          </a:prstGeom>
        </p:spPr>
      </p:pic>
      <p:sp>
        <p:nvSpPr>
          <p:cNvPr id="116" name="Subtítulo 9">
            <a:extLst>
              <a:ext uri="{FF2B5EF4-FFF2-40B4-BE49-F238E27FC236}">
                <a16:creationId xmlns:a16="http://schemas.microsoft.com/office/drawing/2014/main" id="{49337F34-E620-07A6-B03E-1C723A3CA734}"/>
              </a:ext>
            </a:extLst>
          </p:cNvPr>
          <p:cNvSpPr txBox="1">
            <a:spLocks/>
          </p:cNvSpPr>
          <p:nvPr/>
        </p:nvSpPr>
        <p:spPr>
          <a:xfrm>
            <a:off x="8494910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20" name="Subtítulo 9">
            <a:extLst>
              <a:ext uri="{FF2B5EF4-FFF2-40B4-BE49-F238E27FC236}">
                <a16:creationId xmlns:a16="http://schemas.microsoft.com/office/drawing/2014/main" id="{4A16A2F1-E79B-D2A2-39FB-6C5E388DED29}"/>
              </a:ext>
            </a:extLst>
          </p:cNvPr>
          <p:cNvSpPr txBox="1">
            <a:spLocks/>
          </p:cNvSpPr>
          <p:nvPr/>
        </p:nvSpPr>
        <p:spPr>
          <a:xfrm>
            <a:off x="9325010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23" name="Subtítulo 9">
            <a:extLst>
              <a:ext uri="{FF2B5EF4-FFF2-40B4-BE49-F238E27FC236}">
                <a16:creationId xmlns:a16="http://schemas.microsoft.com/office/drawing/2014/main" id="{92862E91-FACA-D626-BE79-65B2F3F614CA}"/>
              </a:ext>
            </a:extLst>
          </p:cNvPr>
          <p:cNvSpPr txBox="1">
            <a:spLocks/>
          </p:cNvSpPr>
          <p:nvPr/>
        </p:nvSpPr>
        <p:spPr>
          <a:xfrm>
            <a:off x="8249894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25" name="Subtítulo 9">
            <a:extLst>
              <a:ext uri="{FF2B5EF4-FFF2-40B4-BE49-F238E27FC236}">
                <a16:creationId xmlns:a16="http://schemas.microsoft.com/office/drawing/2014/main" id="{53BAC3E8-399F-C365-A24C-4DA7E8965F60}"/>
              </a:ext>
            </a:extLst>
          </p:cNvPr>
          <p:cNvSpPr txBox="1">
            <a:spLocks/>
          </p:cNvSpPr>
          <p:nvPr/>
        </p:nvSpPr>
        <p:spPr>
          <a:xfrm>
            <a:off x="8565639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27" name="Subtítulo 9">
            <a:extLst>
              <a:ext uri="{FF2B5EF4-FFF2-40B4-BE49-F238E27FC236}">
                <a16:creationId xmlns:a16="http://schemas.microsoft.com/office/drawing/2014/main" id="{BC08A831-1DCF-90CD-63E6-1028185E04F2}"/>
              </a:ext>
            </a:extLst>
          </p:cNvPr>
          <p:cNvSpPr txBox="1">
            <a:spLocks/>
          </p:cNvSpPr>
          <p:nvPr/>
        </p:nvSpPr>
        <p:spPr>
          <a:xfrm>
            <a:off x="9399341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739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0065A-8A71-E10F-4B86-30BB35A4F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D530ECF0-50BA-5DC2-F520-88AF97940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1132709"/>
            <a:ext cx="1904951" cy="1880597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67D168E7-DA18-8564-35A5-41CDD728E609}"/>
              </a:ext>
            </a:extLst>
          </p:cNvPr>
          <p:cNvSpPr txBox="1">
            <a:spLocks/>
          </p:cNvSpPr>
          <p:nvPr/>
        </p:nvSpPr>
        <p:spPr>
          <a:xfrm>
            <a:off x="2324261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1987284D-BEE2-C084-F499-D48C97286A66}"/>
              </a:ext>
            </a:extLst>
          </p:cNvPr>
          <p:cNvSpPr txBox="1">
            <a:spLocks/>
          </p:cNvSpPr>
          <p:nvPr/>
        </p:nvSpPr>
        <p:spPr>
          <a:xfrm>
            <a:off x="3154361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E27FDE9A-CAD7-E45C-6FA3-303955CD14D7}"/>
              </a:ext>
            </a:extLst>
          </p:cNvPr>
          <p:cNvSpPr txBox="1">
            <a:spLocks/>
          </p:cNvSpPr>
          <p:nvPr/>
        </p:nvSpPr>
        <p:spPr>
          <a:xfrm>
            <a:off x="2079245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12BAAFBA-250F-E02F-742A-E5D7A58D883B}"/>
              </a:ext>
            </a:extLst>
          </p:cNvPr>
          <p:cNvSpPr txBox="1">
            <a:spLocks/>
          </p:cNvSpPr>
          <p:nvPr/>
        </p:nvSpPr>
        <p:spPr>
          <a:xfrm>
            <a:off x="2394990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E42DF6F2-F51C-1DB3-FDF7-126B7CF79C8A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4" name="Subtítulo 9">
            <a:extLst>
              <a:ext uri="{FF2B5EF4-FFF2-40B4-BE49-F238E27FC236}">
                <a16:creationId xmlns:a16="http://schemas.microsoft.com/office/drawing/2014/main" id="{8A24C8B7-ABF1-19A9-C935-F66BBEA32A30}"/>
              </a:ext>
            </a:extLst>
          </p:cNvPr>
          <p:cNvSpPr txBox="1">
            <a:spLocks/>
          </p:cNvSpPr>
          <p:nvPr/>
        </p:nvSpPr>
        <p:spPr>
          <a:xfrm>
            <a:off x="3228692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033CB64-BA6A-EED7-EC44-AFB3A704E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1132709"/>
            <a:ext cx="1904951" cy="1880597"/>
          </a:xfrm>
          <a:prstGeom prst="rect">
            <a:avLst/>
          </a:prstGeom>
        </p:spPr>
      </p:pic>
      <p:sp>
        <p:nvSpPr>
          <p:cNvPr id="12" name="Subtítulo 9">
            <a:extLst>
              <a:ext uri="{FF2B5EF4-FFF2-40B4-BE49-F238E27FC236}">
                <a16:creationId xmlns:a16="http://schemas.microsoft.com/office/drawing/2014/main" id="{46B73B6F-552B-9A83-FAFE-381220C4BD1D}"/>
              </a:ext>
            </a:extLst>
          </p:cNvPr>
          <p:cNvSpPr txBox="1">
            <a:spLocks/>
          </p:cNvSpPr>
          <p:nvPr/>
        </p:nvSpPr>
        <p:spPr>
          <a:xfrm>
            <a:off x="4381144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" name="Subtítulo 9">
            <a:extLst>
              <a:ext uri="{FF2B5EF4-FFF2-40B4-BE49-F238E27FC236}">
                <a16:creationId xmlns:a16="http://schemas.microsoft.com/office/drawing/2014/main" id="{974BB367-5E15-FB8A-6692-15833AFC2C5E}"/>
              </a:ext>
            </a:extLst>
          </p:cNvPr>
          <p:cNvSpPr txBox="1">
            <a:spLocks/>
          </p:cNvSpPr>
          <p:nvPr/>
        </p:nvSpPr>
        <p:spPr>
          <a:xfrm>
            <a:off x="5211244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7" name="Subtítulo 9">
            <a:extLst>
              <a:ext uri="{FF2B5EF4-FFF2-40B4-BE49-F238E27FC236}">
                <a16:creationId xmlns:a16="http://schemas.microsoft.com/office/drawing/2014/main" id="{FF807A2B-5804-81CF-CECE-6FE911EA8DC2}"/>
              </a:ext>
            </a:extLst>
          </p:cNvPr>
          <p:cNvSpPr txBox="1">
            <a:spLocks/>
          </p:cNvSpPr>
          <p:nvPr/>
        </p:nvSpPr>
        <p:spPr>
          <a:xfrm>
            <a:off x="4136128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9" name="Subtítulo 9">
            <a:extLst>
              <a:ext uri="{FF2B5EF4-FFF2-40B4-BE49-F238E27FC236}">
                <a16:creationId xmlns:a16="http://schemas.microsoft.com/office/drawing/2014/main" id="{831A8ADC-2BB4-24DC-0A6E-6C59BA7AA9C7}"/>
              </a:ext>
            </a:extLst>
          </p:cNvPr>
          <p:cNvSpPr txBox="1">
            <a:spLocks/>
          </p:cNvSpPr>
          <p:nvPr/>
        </p:nvSpPr>
        <p:spPr>
          <a:xfrm>
            <a:off x="4451873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21" name="Subtítulo 9">
            <a:extLst>
              <a:ext uri="{FF2B5EF4-FFF2-40B4-BE49-F238E27FC236}">
                <a16:creationId xmlns:a16="http://schemas.microsoft.com/office/drawing/2014/main" id="{7B49EF53-311A-D06B-2170-48A6776669B9}"/>
              </a:ext>
            </a:extLst>
          </p:cNvPr>
          <p:cNvSpPr txBox="1">
            <a:spLocks/>
          </p:cNvSpPr>
          <p:nvPr/>
        </p:nvSpPr>
        <p:spPr>
          <a:xfrm>
            <a:off x="5285575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73675FD4-BFAB-5D65-E4B4-130DD7559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1142702"/>
            <a:ext cx="1904951" cy="1880597"/>
          </a:xfrm>
          <a:prstGeom prst="rect">
            <a:avLst/>
          </a:prstGeom>
        </p:spPr>
      </p:pic>
      <p:sp>
        <p:nvSpPr>
          <p:cNvPr id="25" name="Subtítulo 9">
            <a:extLst>
              <a:ext uri="{FF2B5EF4-FFF2-40B4-BE49-F238E27FC236}">
                <a16:creationId xmlns:a16="http://schemas.microsoft.com/office/drawing/2014/main" id="{B3CC2F93-4933-7F47-6D82-A444244ECE45}"/>
              </a:ext>
            </a:extLst>
          </p:cNvPr>
          <p:cNvSpPr txBox="1">
            <a:spLocks/>
          </p:cNvSpPr>
          <p:nvPr/>
        </p:nvSpPr>
        <p:spPr>
          <a:xfrm>
            <a:off x="6438027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7F808248-EF53-A7DA-58F6-1240EA0B1EFA}"/>
              </a:ext>
            </a:extLst>
          </p:cNvPr>
          <p:cNvSpPr txBox="1">
            <a:spLocks/>
          </p:cNvSpPr>
          <p:nvPr/>
        </p:nvSpPr>
        <p:spPr>
          <a:xfrm>
            <a:off x="7268127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1" name="Subtítulo 9">
            <a:extLst>
              <a:ext uri="{FF2B5EF4-FFF2-40B4-BE49-F238E27FC236}">
                <a16:creationId xmlns:a16="http://schemas.microsoft.com/office/drawing/2014/main" id="{BB9D4A0C-C677-D44C-A4BA-F561EFB1E21C}"/>
              </a:ext>
            </a:extLst>
          </p:cNvPr>
          <p:cNvSpPr txBox="1">
            <a:spLocks/>
          </p:cNvSpPr>
          <p:nvPr/>
        </p:nvSpPr>
        <p:spPr>
          <a:xfrm>
            <a:off x="6193011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35" name="Subtítulo 9">
            <a:extLst>
              <a:ext uri="{FF2B5EF4-FFF2-40B4-BE49-F238E27FC236}">
                <a16:creationId xmlns:a16="http://schemas.microsoft.com/office/drawing/2014/main" id="{36C514A9-CD53-9FF9-B940-61B355AB1F12}"/>
              </a:ext>
            </a:extLst>
          </p:cNvPr>
          <p:cNvSpPr txBox="1">
            <a:spLocks/>
          </p:cNvSpPr>
          <p:nvPr/>
        </p:nvSpPr>
        <p:spPr>
          <a:xfrm>
            <a:off x="6508756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37" name="Subtítulo 9">
            <a:extLst>
              <a:ext uri="{FF2B5EF4-FFF2-40B4-BE49-F238E27FC236}">
                <a16:creationId xmlns:a16="http://schemas.microsoft.com/office/drawing/2014/main" id="{49624690-0CF5-7554-97AF-BA13AC9313B2}"/>
              </a:ext>
            </a:extLst>
          </p:cNvPr>
          <p:cNvSpPr txBox="1">
            <a:spLocks/>
          </p:cNvSpPr>
          <p:nvPr/>
        </p:nvSpPr>
        <p:spPr>
          <a:xfrm>
            <a:off x="7342458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8CC3C767-8084-033B-AABD-DB6AA548A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1142702"/>
            <a:ext cx="1904951" cy="1880598"/>
          </a:xfrm>
          <a:prstGeom prst="rect">
            <a:avLst/>
          </a:prstGeom>
        </p:spPr>
      </p:pic>
      <p:sp>
        <p:nvSpPr>
          <p:cNvPr id="41" name="Subtítulo 9">
            <a:extLst>
              <a:ext uri="{FF2B5EF4-FFF2-40B4-BE49-F238E27FC236}">
                <a16:creationId xmlns:a16="http://schemas.microsoft.com/office/drawing/2014/main" id="{3922ED97-27E2-ECBB-F829-20A9E9D8648D}"/>
              </a:ext>
            </a:extLst>
          </p:cNvPr>
          <p:cNvSpPr txBox="1">
            <a:spLocks/>
          </p:cNvSpPr>
          <p:nvPr/>
        </p:nvSpPr>
        <p:spPr>
          <a:xfrm>
            <a:off x="8494910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3" name="Subtítulo 9">
            <a:extLst>
              <a:ext uri="{FF2B5EF4-FFF2-40B4-BE49-F238E27FC236}">
                <a16:creationId xmlns:a16="http://schemas.microsoft.com/office/drawing/2014/main" id="{A0701067-2B33-CCFC-E70B-7F76403E6BAC}"/>
              </a:ext>
            </a:extLst>
          </p:cNvPr>
          <p:cNvSpPr txBox="1">
            <a:spLocks/>
          </p:cNvSpPr>
          <p:nvPr/>
        </p:nvSpPr>
        <p:spPr>
          <a:xfrm>
            <a:off x="9325010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823620CE-F39A-CE45-0865-1839E2A68247}"/>
              </a:ext>
            </a:extLst>
          </p:cNvPr>
          <p:cNvSpPr txBox="1">
            <a:spLocks/>
          </p:cNvSpPr>
          <p:nvPr/>
        </p:nvSpPr>
        <p:spPr>
          <a:xfrm>
            <a:off x="8249894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8FBB007C-754E-AA53-20C4-1A53E94E38A2}"/>
              </a:ext>
            </a:extLst>
          </p:cNvPr>
          <p:cNvSpPr txBox="1">
            <a:spLocks/>
          </p:cNvSpPr>
          <p:nvPr/>
        </p:nvSpPr>
        <p:spPr>
          <a:xfrm>
            <a:off x="8565639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49" name="Subtítulo 9">
            <a:extLst>
              <a:ext uri="{FF2B5EF4-FFF2-40B4-BE49-F238E27FC236}">
                <a16:creationId xmlns:a16="http://schemas.microsoft.com/office/drawing/2014/main" id="{DD9CFC04-FEEA-C69A-7C4D-8C2C8D4C80F9}"/>
              </a:ext>
            </a:extLst>
          </p:cNvPr>
          <p:cNvSpPr txBox="1">
            <a:spLocks/>
          </p:cNvSpPr>
          <p:nvPr/>
        </p:nvSpPr>
        <p:spPr>
          <a:xfrm>
            <a:off x="9399341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F3414580-22FD-6C31-28B9-06247FB6E9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3431326"/>
            <a:ext cx="1904951" cy="1880597"/>
          </a:xfrm>
          <a:prstGeom prst="rect">
            <a:avLst/>
          </a:prstGeom>
        </p:spPr>
      </p:pic>
      <p:sp>
        <p:nvSpPr>
          <p:cNvPr id="53" name="Subtítulo 9">
            <a:extLst>
              <a:ext uri="{FF2B5EF4-FFF2-40B4-BE49-F238E27FC236}">
                <a16:creationId xmlns:a16="http://schemas.microsoft.com/office/drawing/2014/main" id="{736225BB-66E3-9D76-E949-319102DF0160}"/>
              </a:ext>
            </a:extLst>
          </p:cNvPr>
          <p:cNvSpPr txBox="1">
            <a:spLocks/>
          </p:cNvSpPr>
          <p:nvPr/>
        </p:nvSpPr>
        <p:spPr>
          <a:xfrm>
            <a:off x="2324261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5" name="Subtítulo 9">
            <a:extLst>
              <a:ext uri="{FF2B5EF4-FFF2-40B4-BE49-F238E27FC236}">
                <a16:creationId xmlns:a16="http://schemas.microsoft.com/office/drawing/2014/main" id="{5A11F4EA-E9AA-B58C-657F-8180F5E66643}"/>
              </a:ext>
            </a:extLst>
          </p:cNvPr>
          <p:cNvSpPr txBox="1">
            <a:spLocks/>
          </p:cNvSpPr>
          <p:nvPr/>
        </p:nvSpPr>
        <p:spPr>
          <a:xfrm>
            <a:off x="3154361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8" name="Subtítulo 9">
            <a:extLst>
              <a:ext uri="{FF2B5EF4-FFF2-40B4-BE49-F238E27FC236}">
                <a16:creationId xmlns:a16="http://schemas.microsoft.com/office/drawing/2014/main" id="{FD5A0AE0-35B8-3937-4144-B0311F1207B4}"/>
              </a:ext>
            </a:extLst>
          </p:cNvPr>
          <p:cNvSpPr txBox="1">
            <a:spLocks/>
          </p:cNvSpPr>
          <p:nvPr/>
        </p:nvSpPr>
        <p:spPr>
          <a:xfrm>
            <a:off x="2079245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F3B499DA-1CA9-6574-631D-DCF4D95FCCF8}"/>
              </a:ext>
            </a:extLst>
          </p:cNvPr>
          <p:cNvSpPr txBox="1">
            <a:spLocks/>
          </p:cNvSpPr>
          <p:nvPr/>
        </p:nvSpPr>
        <p:spPr>
          <a:xfrm>
            <a:off x="2394990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65" name="Subtítulo 9">
            <a:extLst>
              <a:ext uri="{FF2B5EF4-FFF2-40B4-BE49-F238E27FC236}">
                <a16:creationId xmlns:a16="http://schemas.microsoft.com/office/drawing/2014/main" id="{80A411F9-1BEC-7DE1-903D-679EFC71BDD2}"/>
              </a:ext>
            </a:extLst>
          </p:cNvPr>
          <p:cNvSpPr txBox="1">
            <a:spLocks/>
          </p:cNvSpPr>
          <p:nvPr/>
        </p:nvSpPr>
        <p:spPr>
          <a:xfrm>
            <a:off x="3228692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67" name="Imagem 66">
            <a:extLst>
              <a:ext uri="{FF2B5EF4-FFF2-40B4-BE49-F238E27FC236}">
                <a16:creationId xmlns:a16="http://schemas.microsoft.com/office/drawing/2014/main" id="{4C335573-FD67-C9A6-52D5-D30289066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3431326"/>
            <a:ext cx="1904951" cy="1880597"/>
          </a:xfrm>
          <a:prstGeom prst="rect">
            <a:avLst/>
          </a:prstGeom>
        </p:spPr>
      </p:pic>
      <p:sp>
        <p:nvSpPr>
          <p:cNvPr id="69" name="Subtítulo 9">
            <a:extLst>
              <a:ext uri="{FF2B5EF4-FFF2-40B4-BE49-F238E27FC236}">
                <a16:creationId xmlns:a16="http://schemas.microsoft.com/office/drawing/2014/main" id="{603865D0-FA35-F62E-C975-8B75D6DAA3BA}"/>
              </a:ext>
            </a:extLst>
          </p:cNvPr>
          <p:cNvSpPr txBox="1">
            <a:spLocks/>
          </p:cNvSpPr>
          <p:nvPr/>
        </p:nvSpPr>
        <p:spPr>
          <a:xfrm>
            <a:off x="4381144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71" name="Subtítulo 9">
            <a:extLst>
              <a:ext uri="{FF2B5EF4-FFF2-40B4-BE49-F238E27FC236}">
                <a16:creationId xmlns:a16="http://schemas.microsoft.com/office/drawing/2014/main" id="{CB607042-4A02-F9E7-9E2B-C08157CF9FAE}"/>
              </a:ext>
            </a:extLst>
          </p:cNvPr>
          <p:cNvSpPr txBox="1">
            <a:spLocks/>
          </p:cNvSpPr>
          <p:nvPr/>
        </p:nvSpPr>
        <p:spPr>
          <a:xfrm>
            <a:off x="5211244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7E584E1D-8C67-E8E1-1FF6-449F8E28B219}"/>
              </a:ext>
            </a:extLst>
          </p:cNvPr>
          <p:cNvSpPr txBox="1">
            <a:spLocks/>
          </p:cNvSpPr>
          <p:nvPr/>
        </p:nvSpPr>
        <p:spPr>
          <a:xfrm>
            <a:off x="4136128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80" name="Subtítulo 9">
            <a:extLst>
              <a:ext uri="{FF2B5EF4-FFF2-40B4-BE49-F238E27FC236}">
                <a16:creationId xmlns:a16="http://schemas.microsoft.com/office/drawing/2014/main" id="{193EA2E6-910A-BAF2-D637-9308DA50650D}"/>
              </a:ext>
            </a:extLst>
          </p:cNvPr>
          <p:cNvSpPr txBox="1">
            <a:spLocks/>
          </p:cNvSpPr>
          <p:nvPr/>
        </p:nvSpPr>
        <p:spPr>
          <a:xfrm>
            <a:off x="4451873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84" name="Subtítulo 9">
            <a:extLst>
              <a:ext uri="{FF2B5EF4-FFF2-40B4-BE49-F238E27FC236}">
                <a16:creationId xmlns:a16="http://schemas.microsoft.com/office/drawing/2014/main" id="{6152A6AA-086D-FAA0-7F8C-74C63ADE7D37}"/>
              </a:ext>
            </a:extLst>
          </p:cNvPr>
          <p:cNvSpPr txBox="1">
            <a:spLocks/>
          </p:cNvSpPr>
          <p:nvPr/>
        </p:nvSpPr>
        <p:spPr>
          <a:xfrm>
            <a:off x="5285575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8" name="Imagem 87">
            <a:extLst>
              <a:ext uri="{FF2B5EF4-FFF2-40B4-BE49-F238E27FC236}">
                <a16:creationId xmlns:a16="http://schemas.microsoft.com/office/drawing/2014/main" id="{B57168F5-DCAF-A77E-35D7-CE94F54448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3441319"/>
            <a:ext cx="1904951" cy="1880597"/>
          </a:xfrm>
          <a:prstGeom prst="rect">
            <a:avLst/>
          </a:prstGeom>
        </p:spPr>
      </p:pic>
      <p:sp>
        <p:nvSpPr>
          <p:cNvPr id="92" name="Subtítulo 9">
            <a:extLst>
              <a:ext uri="{FF2B5EF4-FFF2-40B4-BE49-F238E27FC236}">
                <a16:creationId xmlns:a16="http://schemas.microsoft.com/office/drawing/2014/main" id="{F5C522D6-47F0-E6CB-B916-225EC1951C40}"/>
              </a:ext>
            </a:extLst>
          </p:cNvPr>
          <p:cNvSpPr txBox="1">
            <a:spLocks/>
          </p:cNvSpPr>
          <p:nvPr/>
        </p:nvSpPr>
        <p:spPr>
          <a:xfrm>
            <a:off x="6438027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96" name="Subtítulo 9">
            <a:extLst>
              <a:ext uri="{FF2B5EF4-FFF2-40B4-BE49-F238E27FC236}">
                <a16:creationId xmlns:a16="http://schemas.microsoft.com/office/drawing/2014/main" id="{6C5D631A-DC00-A194-821D-96ECEED7D938}"/>
              </a:ext>
            </a:extLst>
          </p:cNvPr>
          <p:cNvSpPr txBox="1">
            <a:spLocks/>
          </p:cNvSpPr>
          <p:nvPr/>
        </p:nvSpPr>
        <p:spPr>
          <a:xfrm>
            <a:off x="7268127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00" name="Subtítulo 9">
            <a:extLst>
              <a:ext uri="{FF2B5EF4-FFF2-40B4-BE49-F238E27FC236}">
                <a16:creationId xmlns:a16="http://schemas.microsoft.com/office/drawing/2014/main" id="{1FC48335-E1BD-93B4-9D46-2AD1E67EDAC6}"/>
              </a:ext>
            </a:extLst>
          </p:cNvPr>
          <p:cNvSpPr txBox="1">
            <a:spLocks/>
          </p:cNvSpPr>
          <p:nvPr/>
        </p:nvSpPr>
        <p:spPr>
          <a:xfrm>
            <a:off x="6193011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04" name="Subtítulo 9">
            <a:extLst>
              <a:ext uri="{FF2B5EF4-FFF2-40B4-BE49-F238E27FC236}">
                <a16:creationId xmlns:a16="http://schemas.microsoft.com/office/drawing/2014/main" id="{DF4E64E7-897A-7CE0-8B3E-BD7B534B583C}"/>
              </a:ext>
            </a:extLst>
          </p:cNvPr>
          <p:cNvSpPr txBox="1">
            <a:spLocks/>
          </p:cNvSpPr>
          <p:nvPr/>
        </p:nvSpPr>
        <p:spPr>
          <a:xfrm>
            <a:off x="6508756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08" name="Subtítulo 9">
            <a:extLst>
              <a:ext uri="{FF2B5EF4-FFF2-40B4-BE49-F238E27FC236}">
                <a16:creationId xmlns:a16="http://schemas.microsoft.com/office/drawing/2014/main" id="{CC7EC64C-F21C-BD1A-6DE3-29621A1C20F1}"/>
              </a:ext>
            </a:extLst>
          </p:cNvPr>
          <p:cNvSpPr txBox="1">
            <a:spLocks/>
          </p:cNvSpPr>
          <p:nvPr/>
        </p:nvSpPr>
        <p:spPr>
          <a:xfrm>
            <a:off x="7342458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112" name="Imagem 111">
            <a:extLst>
              <a:ext uri="{FF2B5EF4-FFF2-40B4-BE49-F238E27FC236}">
                <a16:creationId xmlns:a16="http://schemas.microsoft.com/office/drawing/2014/main" id="{D2A941FC-8F1A-00CB-722E-AF44E193F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3441319"/>
            <a:ext cx="1904951" cy="1880597"/>
          </a:xfrm>
          <a:prstGeom prst="rect">
            <a:avLst/>
          </a:prstGeom>
        </p:spPr>
      </p:pic>
      <p:sp>
        <p:nvSpPr>
          <p:cNvPr id="116" name="Subtítulo 9">
            <a:extLst>
              <a:ext uri="{FF2B5EF4-FFF2-40B4-BE49-F238E27FC236}">
                <a16:creationId xmlns:a16="http://schemas.microsoft.com/office/drawing/2014/main" id="{BFF65C93-5464-4CB5-208D-94123B126489}"/>
              </a:ext>
            </a:extLst>
          </p:cNvPr>
          <p:cNvSpPr txBox="1">
            <a:spLocks/>
          </p:cNvSpPr>
          <p:nvPr/>
        </p:nvSpPr>
        <p:spPr>
          <a:xfrm>
            <a:off x="8494910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20" name="Subtítulo 9">
            <a:extLst>
              <a:ext uri="{FF2B5EF4-FFF2-40B4-BE49-F238E27FC236}">
                <a16:creationId xmlns:a16="http://schemas.microsoft.com/office/drawing/2014/main" id="{B5B7F894-D559-416C-238B-8117CCCFFB10}"/>
              </a:ext>
            </a:extLst>
          </p:cNvPr>
          <p:cNvSpPr txBox="1">
            <a:spLocks/>
          </p:cNvSpPr>
          <p:nvPr/>
        </p:nvSpPr>
        <p:spPr>
          <a:xfrm>
            <a:off x="9325010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23" name="Subtítulo 9">
            <a:extLst>
              <a:ext uri="{FF2B5EF4-FFF2-40B4-BE49-F238E27FC236}">
                <a16:creationId xmlns:a16="http://schemas.microsoft.com/office/drawing/2014/main" id="{AE1F250C-2581-9FDC-EEE2-380C26ECFE73}"/>
              </a:ext>
            </a:extLst>
          </p:cNvPr>
          <p:cNvSpPr txBox="1">
            <a:spLocks/>
          </p:cNvSpPr>
          <p:nvPr/>
        </p:nvSpPr>
        <p:spPr>
          <a:xfrm>
            <a:off x="8249894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25" name="Subtítulo 9">
            <a:extLst>
              <a:ext uri="{FF2B5EF4-FFF2-40B4-BE49-F238E27FC236}">
                <a16:creationId xmlns:a16="http://schemas.microsoft.com/office/drawing/2014/main" id="{5D39AF3D-8BF2-4890-A325-1EFD384C89B6}"/>
              </a:ext>
            </a:extLst>
          </p:cNvPr>
          <p:cNvSpPr txBox="1">
            <a:spLocks/>
          </p:cNvSpPr>
          <p:nvPr/>
        </p:nvSpPr>
        <p:spPr>
          <a:xfrm>
            <a:off x="8565639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27" name="Subtítulo 9">
            <a:extLst>
              <a:ext uri="{FF2B5EF4-FFF2-40B4-BE49-F238E27FC236}">
                <a16:creationId xmlns:a16="http://schemas.microsoft.com/office/drawing/2014/main" id="{2E55E087-CD25-429B-4CF0-5024B71CA0BB}"/>
              </a:ext>
            </a:extLst>
          </p:cNvPr>
          <p:cNvSpPr txBox="1">
            <a:spLocks/>
          </p:cNvSpPr>
          <p:nvPr/>
        </p:nvSpPr>
        <p:spPr>
          <a:xfrm>
            <a:off x="9399341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704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222E4-887A-CDE6-ECD6-D4B02284D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179DA127-35F3-C52F-1B58-82C8B9A03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1132709"/>
            <a:ext cx="1904950" cy="1880597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813E9B30-24C6-8B2C-06FD-F4403B33C736}"/>
              </a:ext>
            </a:extLst>
          </p:cNvPr>
          <p:cNvSpPr txBox="1">
            <a:spLocks/>
          </p:cNvSpPr>
          <p:nvPr/>
        </p:nvSpPr>
        <p:spPr>
          <a:xfrm>
            <a:off x="2324261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69B62E3F-536D-3328-BE4E-8E40DE319C5F}"/>
              </a:ext>
            </a:extLst>
          </p:cNvPr>
          <p:cNvSpPr txBox="1">
            <a:spLocks/>
          </p:cNvSpPr>
          <p:nvPr/>
        </p:nvSpPr>
        <p:spPr>
          <a:xfrm>
            <a:off x="3154361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A09EEF7C-2453-860C-E4A0-07A94C5FA3AD}"/>
              </a:ext>
            </a:extLst>
          </p:cNvPr>
          <p:cNvSpPr txBox="1">
            <a:spLocks/>
          </p:cNvSpPr>
          <p:nvPr/>
        </p:nvSpPr>
        <p:spPr>
          <a:xfrm>
            <a:off x="2079245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BFFF76F0-BF40-4F60-FA55-2BC6FBCAB9FB}"/>
              </a:ext>
            </a:extLst>
          </p:cNvPr>
          <p:cNvSpPr txBox="1">
            <a:spLocks/>
          </p:cNvSpPr>
          <p:nvPr/>
        </p:nvSpPr>
        <p:spPr>
          <a:xfrm>
            <a:off x="2394990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D035A0E1-6314-91CF-FD86-A2147CBDAAB7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4" name="Subtítulo 9">
            <a:extLst>
              <a:ext uri="{FF2B5EF4-FFF2-40B4-BE49-F238E27FC236}">
                <a16:creationId xmlns:a16="http://schemas.microsoft.com/office/drawing/2014/main" id="{70B01BFB-348F-0467-3B5B-163E946DB93B}"/>
              </a:ext>
            </a:extLst>
          </p:cNvPr>
          <p:cNvSpPr txBox="1">
            <a:spLocks/>
          </p:cNvSpPr>
          <p:nvPr/>
        </p:nvSpPr>
        <p:spPr>
          <a:xfrm>
            <a:off x="3228692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EC696A2-CE02-0B10-0F00-F2047838C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1132709"/>
            <a:ext cx="1904950" cy="1880597"/>
          </a:xfrm>
          <a:prstGeom prst="rect">
            <a:avLst/>
          </a:prstGeom>
        </p:spPr>
      </p:pic>
      <p:sp>
        <p:nvSpPr>
          <p:cNvPr id="12" name="Subtítulo 9">
            <a:extLst>
              <a:ext uri="{FF2B5EF4-FFF2-40B4-BE49-F238E27FC236}">
                <a16:creationId xmlns:a16="http://schemas.microsoft.com/office/drawing/2014/main" id="{BB938507-2DAF-8189-FDAC-1CFC1D8044C9}"/>
              </a:ext>
            </a:extLst>
          </p:cNvPr>
          <p:cNvSpPr txBox="1">
            <a:spLocks/>
          </p:cNvSpPr>
          <p:nvPr/>
        </p:nvSpPr>
        <p:spPr>
          <a:xfrm>
            <a:off x="4381144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" name="Subtítulo 9">
            <a:extLst>
              <a:ext uri="{FF2B5EF4-FFF2-40B4-BE49-F238E27FC236}">
                <a16:creationId xmlns:a16="http://schemas.microsoft.com/office/drawing/2014/main" id="{8A33100D-10D8-508A-2949-DC5F35F8E7DB}"/>
              </a:ext>
            </a:extLst>
          </p:cNvPr>
          <p:cNvSpPr txBox="1">
            <a:spLocks/>
          </p:cNvSpPr>
          <p:nvPr/>
        </p:nvSpPr>
        <p:spPr>
          <a:xfrm>
            <a:off x="5211244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7" name="Subtítulo 9">
            <a:extLst>
              <a:ext uri="{FF2B5EF4-FFF2-40B4-BE49-F238E27FC236}">
                <a16:creationId xmlns:a16="http://schemas.microsoft.com/office/drawing/2014/main" id="{74194C18-7A17-8135-D112-81BE3B25CDAE}"/>
              </a:ext>
            </a:extLst>
          </p:cNvPr>
          <p:cNvSpPr txBox="1">
            <a:spLocks/>
          </p:cNvSpPr>
          <p:nvPr/>
        </p:nvSpPr>
        <p:spPr>
          <a:xfrm>
            <a:off x="4136128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9" name="Subtítulo 9">
            <a:extLst>
              <a:ext uri="{FF2B5EF4-FFF2-40B4-BE49-F238E27FC236}">
                <a16:creationId xmlns:a16="http://schemas.microsoft.com/office/drawing/2014/main" id="{42D0008B-9226-CE1B-644A-4DEA21BD4D57}"/>
              </a:ext>
            </a:extLst>
          </p:cNvPr>
          <p:cNvSpPr txBox="1">
            <a:spLocks/>
          </p:cNvSpPr>
          <p:nvPr/>
        </p:nvSpPr>
        <p:spPr>
          <a:xfrm>
            <a:off x="4451873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21" name="Subtítulo 9">
            <a:extLst>
              <a:ext uri="{FF2B5EF4-FFF2-40B4-BE49-F238E27FC236}">
                <a16:creationId xmlns:a16="http://schemas.microsoft.com/office/drawing/2014/main" id="{29C37BC7-4C7B-017E-95F5-1ABB3D0CA165}"/>
              </a:ext>
            </a:extLst>
          </p:cNvPr>
          <p:cNvSpPr txBox="1">
            <a:spLocks/>
          </p:cNvSpPr>
          <p:nvPr/>
        </p:nvSpPr>
        <p:spPr>
          <a:xfrm>
            <a:off x="5285575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9E401266-0DE3-F3F9-9064-37EB9960C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1142702"/>
            <a:ext cx="1904950" cy="1880597"/>
          </a:xfrm>
          <a:prstGeom prst="rect">
            <a:avLst/>
          </a:prstGeom>
        </p:spPr>
      </p:pic>
      <p:sp>
        <p:nvSpPr>
          <p:cNvPr id="25" name="Subtítulo 9">
            <a:extLst>
              <a:ext uri="{FF2B5EF4-FFF2-40B4-BE49-F238E27FC236}">
                <a16:creationId xmlns:a16="http://schemas.microsoft.com/office/drawing/2014/main" id="{6FEA0C04-FD85-D78C-ABA8-8D6C3752BADE}"/>
              </a:ext>
            </a:extLst>
          </p:cNvPr>
          <p:cNvSpPr txBox="1">
            <a:spLocks/>
          </p:cNvSpPr>
          <p:nvPr/>
        </p:nvSpPr>
        <p:spPr>
          <a:xfrm>
            <a:off x="6438027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7BA6F6E4-0890-C4F4-B88E-F568116C5282}"/>
              </a:ext>
            </a:extLst>
          </p:cNvPr>
          <p:cNvSpPr txBox="1">
            <a:spLocks/>
          </p:cNvSpPr>
          <p:nvPr/>
        </p:nvSpPr>
        <p:spPr>
          <a:xfrm>
            <a:off x="7268127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1" name="Subtítulo 9">
            <a:extLst>
              <a:ext uri="{FF2B5EF4-FFF2-40B4-BE49-F238E27FC236}">
                <a16:creationId xmlns:a16="http://schemas.microsoft.com/office/drawing/2014/main" id="{9029A221-D465-5F2F-6271-1AA8670E81DA}"/>
              </a:ext>
            </a:extLst>
          </p:cNvPr>
          <p:cNvSpPr txBox="1">
            <a:spLocks/>
          </p:cNvSpPr>
          <p:nvPr/>
        </p:nvSpPr>
        <p:spPr>
          <a:xfrm>
            <a:off x="6193011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35" name="Subtítulo 9">
            <a:extLst>
              <a:ext uri="{FF2B5EF4-FFF2-40B4-BE49-F238E27FC236}">
                <a16:creationId xmlns:a16="http://schemas.microsoft.com/office/drawing/2014/main" id="{15C46E25-CA86-8008-74DC-0346E4C4CA89}"/>
              </a:ext>
            </a:extLst>
          </p:cNvPr>
          <p:cNvSpPr txBox="1">
            <a:spLocks/>
          </p:cNvSpPr>
          <p:nvPr/>
        </p:nvSpPr>
        <p:spPr>
          <a:xfrm>
            <a:off x="6508756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37" name="Subtítulo 9">
            <a:extLst>
              <a:ext uri="{FF2B5EF4-FFF2-40B4-BE49-F238E27FC236}">
                <a16:creationId xmlns:a16="http://schemas.microsoft.com/office/drawing/2014/main" id="{82E3FC22-7100-DBC9-8FCF-14A0755E8661}"/>
              </a:ext>
            </a:extLst>
          </p:cNvPr>
          <p:cNvSpPr txBox="1">
            <a:spLocks/>
          </p:cNvSpPr>
          <p:nvPr/>
        </p:nvSpPr>
        <p:spPr>
          <a:xfrm>
            <a:off x="7342458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7665B319-AC6C-0C68-670D-234140D42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1142702"/>
            <a:ext cx="1904951" cy="1880597"/>
          </a:xfrm>
          <a:prstGeom prst="rect">
            <a:avLst/>
          </a:prstGeom>
        </p:spPr>
      </p:pic>
      <p:sp>
        <p:nvSpPr>
          <p:cNvPr id="41" name="Subtítulo 9">
            <a:extLst>
              <a:ext uri="{FF2B5EF4-FFF2-40B4-BE49-F238E27FC236}">
                <a16:creationId xmlns:a16="http://schemas.microsoft.com/office/drawing/2014/main" id="{9DF5C0FF-0147-7514-D3F2-89583F746C57}"/>
              </a:ext>
            </a:extLst>
          </p:cNvPr>
          <p:cNvSpPr txBox="1">
            <a:spLocks/>
          </p:cNvSpPr>
          <p:nvPr/>
        </p:nvSpPr>
        <p:spPr>
          <a:xfrm>
            <a:off x="8494910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3" name="Subtítulo 9">
            <a:extLst>
              <a:ext uri="{FF2B5EF4-FFF2-40B4-BE49-F238E27FC236}">
                <a16:creationId xmlns:a16="http://schemas.microsoft.com/office/drawing/2014/main" id="{E83405F1-C7F9-4EE9-4E83-14E85FC6C971}"/>
              </a:ext>
            </a:extLst>
          </p:cNvPr>
          <p:cNvSpPr txBox="1">
            <a:spLocks/>
          </p:cNvSpPr>
          <p:nvPr/>
        </p:nvSpPr>
        <p:spPr>
          <a:xfrm>
            <a:off x="9325010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D8694DBF-554C-53D2-15C2-9B7DBB2B610F}"/>
              </a:ext>
            </a:extLst>
          </p:cNvPr>
          <p:cNvSpPr txBox="1">
            <a:spLocks/>
          </p:cNvSpPr>
          <p:nvPr/>
        </p:nvSpPr>
        <p:spPr>
          <a:xfrm>
            <a:off x="8249894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CA91812F-AD58-145C-6AD2-3DFAD583A7C8}"/>
              </a:ext>
            </a:extLst>
          </p:cNvPr>
          <p:cNvSpPr txBox="1">
            <a:spLocks/>
          </p:cNvSpPr>
          <p:nvPr/>
        </p:nvSpPr>
        <p:spPr>
          <a:xfrm>
            <a:off x="8565639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49" name="Subtítulo 9">
            <a:extLst>
              <a:ext uri="{FF2B5EF4-FFF2-40B4-BE49-F238E27FC236}">
                <a16:creationId xmlns:a16="http://schemas.microsoft.com/office/drawing/2014/main" id="{DF5659AA-10D3-97DD-7A1C-230118797A91}"/>
              </a:ext>
            </a:extLst>
          </p:cNvPr>
          <p:cNvSpPr txBox="1">
            <a:spLocks/>
          </p:cNvSpPr>
          <p:nvPr/>
        </p:nvSpPr>
        <p:spPr>
          <a:xfrm>
            <a:off x="9399341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B3CF64C3-9848-6786-827B-C22EB2985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3431326"/>
            <a:ext cx="1904950" cy="1880597"/>
          </a:xfrm>
          <a:prstGeom prst="rect">
            <a:avLst/>
          </a:prstGeom>
        </p:spPr>
      </p:pic>
      <p:sp>
        <p:nvSpPr>
          <p:cNvPr id="53" name="Subtítulo 9">
            <a:extLst>
              <a:ext uri="{FF2B5EF4-FFF2-40B4-BE49-F238E27FC236}">
                <a16:creationId xmlns:a16="http://schemas.microsoft.com/office/drawing/2014/main" id="{881BB9F5-9610-B396-BB9C-87815F53FA0D}"/>
              </a:ext>
            </a:extLst>
          </p:cNvPr>
          <p:cNvSpPr txBox="1">
            <a:spLocks/>
          </p:cNvSpPr>
          <p:nvPr/>
        </p:nvSpPr>
        <p:spPr>
          <a:xfrm>
            <a:off x="2324261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5" name="Subtítulo 9">
            <a:extLst>
              <a:ext uri="{FF2B5EF4-FFF2-40B4-BE49-F238E27FC236}">
                <a16:creationId xmlns:a16="http://schemas.microsoft.com/office/drawing/2014/main" id="{E0CA8C82-9267-A97D-D0BA-4DF67EE0E04F}"/>
              </a:ext>
            </a:extLst>
          </p:cNvPr>
          <p:cNvSpPr txBox="1">
            <a:spLocks/>
          </p:cNvSpPr>
          <p:nvPr/>
        </p:nvSpPr>
        <p:spPr>
          <a:xfrm>
            <a:off x="3154361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8" name="Subtítulo 9">
            <a:extLst>
              <a:ext uri="{FF2B5EF4-FFF2-40B4-BE49-F238E27FC236}">
                <a16:creationId xmlns:a16="http://schemas.microsoft.com/office/drawing/2014/main" id="{FFC516C0-1454-60EC-E137-E92560425CF7}"/>
              </a:ext>
            </a:extLst>
          </p:cNvPr>
          <p:cNvSpPr txBox="1">
            <a:spLocks/>
          </p:cNvSpPr>
          <p:nvPr/>
        </p:nvSpPr>
        <p:spPr>
          <a:xfrm>
            <a:off x="2079245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600917F3-6CF5-E138-11C5-55E13D088566}"/>
              </a:ext>
            </a:extLst>
          </p:cNvPr>
          <p:cNvSpPr txBox="1">
            <a:spLocks/>
          </p:cNvSpPr>
          <p:nvPr/>
        </p:nvSpPr>
        <p:spPr>
          <a:xfrm>
            <a:off x="2394990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65" name="Subtítulo 9">
            <a:extLst>
              <a:ext uri="{FF2B5EF4-FFF2-40B4-BE49-F238E27FC236}">
                <a16:creationId xmlns:a16="http://schemas.microsoft.com/office/drawing/2014/main" id="{8EE2FC67-2BD0-5301-EF21-BA306FEE5015}"/>
              </a:ext>
            </a:extLst>
          </p:cNvPr>
          <p:cNvSpPr txBox="1">
            <a:spLocks/>
          </p:cNvSpPr>
          <p:nvPr/>
        </p:nvSpPr>
        <p:spPr>
          <a:xfrm>
            <a:off x="3228692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67" name="Imagem 66">
            <a:extLst>
              <a:ext uri="{FF2B5EF4-FFF2-40B4-BE49-F238E27FC236}">
                <a16:creationId xmlns:a16="http://schemas.microsoft.com/office/drawing/2014/main" id="{FB78E856-2FF4-2FBA-4D7D-7BF604692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3431326"/>
            <a:ext cx="1904950" cy="1880597"/>
          </a:xfrm>
          <a:prstGeom prst="rect">
            <a:avLst/>
          </a:prstGeom>
        </p:spPr>
      </p:pic>
      <p:sp>
        <p:nvSpPr>
          <p:cNvPr id="69" name="Subtítulo 9">
            <a:extLst>
              <a:ext uri="{FF2B5EF4-FFF2-40B4-BE49-F238E27FC236}">
                <a16:creationId xmlns:a16="http://schemas.microsoft.com/office/drawing/2014/main" id="{789503DE-BEC0-8BA0-55B7-4690C59793C1}"/>
              </a:ext>
            </a:extLst>
          </p:cNvPr>
          <p:cNvSpPr txBox="1">
            <a:spLocks/>
          </p:cNvSpPr>
          <p:nvPr/>
        </p:nvSpPr>
        <p:spPr>
          <a:xfrm>
            <a:off x="4381144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71" name="Subtítulo 9">
            <a:extLst>
              <a:ext uri="{FF2B5EF4-FFF2-40B4-BE49-F238E27FC236}">
                <a16:creationId xmlns:a16="http://schemas.microsoft.com/office/drawing/2014/main" id="{5401EAED-72C8-F734-023D-48A37948B001}"/>
              </a:ext>
            </a:extLst>
          </p:cNvPr>
          <p:cNvSpPr txBox="1">
            <a:spLocks/>
          </p:cNvSpPr>
          <p:nvPr/>
        </p:nvSpPr>
        <p:spPr>
          <a:xfrm>
            <a:off x="5211244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4EB37EA2-CA7E-9425-4EDF-3377C085EEF4}"/>
              </a:ext>
            </a:extLst>
          </p:cNvPr>
          <p:cNvSpPr txBox="1">
            <a:spLocks/>
          </p:cNvSpPr>
          <p:nvPr/>
        </p:nvSpPr>
        <p:spPr>
          <a:xfrm>
            <a:off x="4136128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80" name="Subtítulo 9">
            <a:extLst>
              <a:ext uri="{FF2B5EF4-FFF2-40B4-BE49-F238E27FC236}">
                <a16:creationId xmlns:a16="http://schemas.microsoft.com/office/drawing/2014/main" id="{0FE126A2-4AE9-D64B-3022-A7D2D3704205}"/>
              </a:ext>
            </a:extLst>
          </p:cNvPr>
          <p:cNvSpPr txBox="1">
            <a:spLocks/>
          </p:cNvSpPr>
          <p:nvPr/>
        </p:nvSpPr>
        <p:spPr>
          <a:xfrm>
            <a:off x="4451873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84" name="Subtítulo 9">
            <a:extLst>
              <a:ext uri="{FF2B5EF4-FFF2-40B4-BE49-F238E27FC236}">
                <a16:creationId xmlns:a16="http://schemas.microsoft.com/office/drawing/2014/main" id="{0924F4A8-36C7-44BC-2A49-FEED9870301D}"/>
              </a:ext>
            </a:extLst>
          </p:cNvPr>
          <p:cNvSpPr txBox="1">
            <a:spLocks/>
          </p:cNvSpPr>
          <p:nvPr/>
        </p:nvSpPr>
        <p:spPr>
          <a:xfrm>
            <a:off x="5285575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8" name="Imagem 87">
            <a:extLst>
              <a:ext uri="{FF2B5EF4-FFF2-40B4-BE49-F238E27FC236}">
                <a16:creationId xmlns:a16="http://schemas.microsoft.com/office/drawing/2014/main" id="{746A7370-B701-2549-38C2-4C33E992B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3441319"/>
            <a:ext cx="1904950" cy="1880597"/>
          </a:xfrm>
          <a:prstGeom prst="rect">
            <a:avLst/>
          </a:prstGeom>
        </p:spPr>
      </p:pic>
      <p:sp>
        <p:nvSpPr>
          <p:cNvPr id="92" name="Subtítulo 9">
            <a:extLst>
              <a:ext uri="{FF2B5EF4-FFF2-40B4-BE49-F238E27FC236}">
                <a16:creationId xmlns:a16="http://schemas.microsoft.com/office/drawing/2014/main" id="{07B3B63A-F89C-67E5-BCB4-0517C9D26E4C}"/>
              </a:ext>
            </a:extLst>
          </p:cNvPr>
          <p:cNvSpPr txBox="1">
            <a:spLocks/>
          </p:cNvSpPr>
          <p:nvPr/>
        </p:nvSpPr>
        <p:spPr>
          <a:xfrm>
            <a:off x="6438027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96" name="Subtítulo 9">
            <a:extLst>
              <a:ext uri="{FF2B5EF4-FFF2-40B4-BE49-F238E27FC236}">
                <a16:creationId xmlns:a16="http://schemas.microsoft.com/office/drawing/2014/main" id="{129E7F53-ABF2-C992-0419-1AE8B477578C}"/>
              </a:ext>
            </a:extLst>
          </p:cNvPr>
          <p:cNvSpPr txBox="1">
            <a:spLocks/>
          </p:cNvSpPr>
          <p:nvPr/>
        </p:nvSpPr>
        <p:spPr>
          <a:xfrm>
            <a:off x="7268127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00" name="Subtítulo 9">
            <a:extLst>
              <a:ext uri="{FF2B5EF4-FFF2-40B4-BE49-F238E27FC236}">
                <a16:creationId xmlns:a16="http://schemas.microsoft.com/office/drawing/2014/main" id="{2BB7ECE9-0129-FE92-8F2B-22B32FB4BA23}"/>
              </a:ext>
            </a:extLst>
          </p:cNvPr>
          <p:cNvSpPr txBox="1">
            <a:spLocks/>
          </p:cNvSpPr>
          <p:nvPr/>
        </p:nvSpPr>
        <p:spPr>
          <a:xfrm>
            <a:off x="6193011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04" name="Subtítulo 9">
            <a:extLst>
              <a:ext uri="{FF2B5EF4-FFF2-40B4-BE49-F238E27FC236}">
                <a16:creationId xmlns:a16="http://schemas.microsoft.com/office/drawing/2014/main" id="{ECD520DA-2B70-49DF-DB9B-E3B1221CBB60}"/>
              </a:ext>
            </a:extLst>
          </p:cNvPr>
          <p:cNvSpPr txBox="1">
            <a:spLocks/>
          </p:cNvSpPr>
          <p:nvPr/>
        </p:nvSpPr>
        <p:spPr>
          <a:xfrm>
            <a:off x="6508756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08" name="Subtítulo 9">
            <a:extLst>
              <a:ext uri="{FF2B5EF4-FFF2-40B4-BE49-F238E27FC236}">
                <a16:creationId xmlns:a16="http://schemas.microsoft.com/office/drawing/2014/main" id="{59BBB13D-CB59-D8E8-F32F-640BBE19BA88}"/>
              </a:ext>
            </a:extLst>
          </p:cNvPr>
          <p:cNvSpPr txBox="1">
            <a:spLocks/>
          </p:cNvSpPr>
          <p:nvPr/>
        </p:nvSpPr>
        <p:spPr>
          <a:xfrm>
            <a:off x="7342458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112" name="Imagem 111">
            <a:extLst>
              <a:ext uri="{FF2B5EF4-FFF2-40B4-BE49-F238E27FC236}">
                <a16:creationId xmlns:a16="http://schemas.microsoft.com/office/drawing/2014/main" id="{42748499-EA73-C3D0-14B1-E4714BBF7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3441319"/>
            <a:ext cx="1904950" cy="1880597"/>
          </a:xfrm>
          <a:prstGeom prst="rect">
            <a:avLst/>
          </a:prstGeom>
        </p:spPr>
      </p:pic>
      <p:sp>
        <p:nvSpPr>
          <p:cNvPr id="116" name="Subtítulo 9">
            <a:extLst>
              <a:ext uri="{FF2B5EF4-FFF2-40B4-BE49-F238E27FC236}">
                <a16:creationId xmlns:a16="http://schemas.microsoft.com/office/drawing/2014/main" id="{3E0032D0-B792-0A94-7EBB-D9FD575EE35F}"/>
              </a:ext>
            </a:extLst>
          </p:cNvPr>
          <p:cNvSpPr txBox="1">
            <a:spLocks/>
          </p:cNvSpPr>
          <p:nvPr/>
        </p:nvSpPr>
        <p:spPr>
          <a:xfrm>
            <a:off x="8494910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20" name="Subtítulo 9">
            <a:extLst>
              <a:ext uri="{FF2B5EF4-FFF2-40B4-BE49-F238E27FC236}">
                <a16:creationId xmlns:a16="http://schemas.microsoft.com/office/drawing/2014/main" id="{EDB64FC3-5692-4DF5-7550-1CEE64BBFB6A}"/>
              </a:ext>
            </a:extLst>
          </p:cNvPr>
          <p:cNvSpPr txBox="1">
            <a:spLocks/>
          </p:cNvSpPr>
          <p:nvPr/>
        </p:nvSpPr>
        <p:spPr>
          <a:xfrm>
            <a:off x="9325010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23" name="Subtítulo 9">
            <a:extLst>
              <a:ext uri="{FF2B5EF4-FFF2-40B4-BE49-F238E27FC236}">
                <a16:creationId xmlns:a16="http://schemas.microsoft.com/office/drawing/2014/main" id="{2AB9EB3B-4B30-1AAE-11B4-5AC1A4CE07C8}"/>
              </a:ext>
            </a:extLst>
          </p:cNvPr>
          <p:cNvSpPr txBox="1">
            <a:spLocks/>
          </p:cNvSpPr>
          <p:nvPr/>
        </p:nvSpPr>
        <p:spPr>
          <a:xfrm>
            <a:off x="8249894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25" name="Subtítulo 9">
            <a:extLst>
              <a:ext uri="{FF2B5EF4-FFF2-40B4-BE49-F238E27FC236}">
                <a16:creationId xmlns:a16="http://schemas.microsoft.com/office/drawing/2014/main" id="{971F3F8A-8F90-C802-7DE8-225459475FD6}"/>
              </a:ext>
            </a:extLst>
          </p:cNvPr>
          <p:cNvSpPr txBox="1">
            <a:spLocks/>
          </p:cNvSpPr>
          <p:nvPr/>
        </p:nvSpPr>
        <p:spPr>
          <a:xfrm>
            <a:off x="8565639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27" name="Subtítulo 9">
            <a:extLst>
              <a:ext uri="{FF2B5EF4-FFF2-40B4-BE49-F238E27FC236}">
                <a16:creationId xmlns:a16="http://schemas.microsoft.com/office/drawing/2014/main" id="{1793A478-D671-7151-D484-0C1BF3829D01}"/>
              </a:ext>
            </a:extLst>
          </p:cNvPr>
          <p:cNvSpPr txBox="1">
            <a:spLocks/>
          </p:cNvSpPr>
          <p:nvPr/>
        </p:nvSpPr>
        <p:spPr>
          <a:xfrm>
            <a:off x="9399341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94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2B553-E30B-B939-C095-D38363236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CEE973DA-0A35-C047-A0F8-DA26F9FD5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1132709"/>
            <a:ext cx="1904950" cy="1880596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4523D2E1-FC32-7F1C-0E4B-4903EC5D77A4}"/>
              </a:ext>
            </a:extLst>
          </p:cNvPr>
          <p:cNvSpPr txBox="1">
            <a:spLocks/>
          </p:cNvSpPr>
          <p:nvPr/>
        </p:nvSpPr>
        <p:spPr>
          <a:xfrm>
            <a:off x="2324261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2486DE0C-BC54-2CF8-C99B-3D69E7A62AD6}"/>
              </a:ext>
            </a:extLst>
          </p:cNvPr>
          <p:cNvSpPr txBox="1">
            <a:spLocks/>
          </p:cNvSpPr>
          <p:nvPr/>
        </p:nvSpPr>
        <p:spPr>
          <a:xfrm>
            <a:off x="3154361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DF34B2AA-61CB-7C9E-2E40-BF9B0923C548}"/>
              </a:ext>
            </a:extLst>
          </p:cNvPr>
          <p:cNvSpPr txBox="1">
            <a:spLocks/>
          </p:cNvSpPr>
          <p:nvPr/>
        </p:nvSpPr>
        <p:spPr>
          <a:xfrm>
            <a:off x="2079245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784DDC75-52F0-1DFA-2F05-94831D00A807}"/>
              </a:ext>
            </a:extLst>
          </p:cNvPr>
          <p:cNvSpPr txBox="1">
            <a:spLocks/>
          </p:cNvSpPr>
          <p:nvPr/>
        </p:nvSpPr>
        <p:spPr>
          <a:xfrm>
            <a:off x="2394990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A39199B5-C369-3A44-3AB1-CE6A0C1E07A5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4" name="Subtítulo 9">
            <a:extLst>
              <a:ext uri="{FF2B5EF4-FFF2-40B4-BE49-F238E27FC236}">
                <a16:creationId xmlns:a16="http://schemas.microsoft.com/office/drawing/2014/main" id="{4DF68634-AAA1-58B2-FC7C-6B9C43FB1B79}"/>
              </a:ext>
            </a:extLst>
          </p:cNvPr>
          <p:cNvSpPr txBox="1">
            <a:spLocks/>
          </p:cNvSpPr>
          <p:nvPr/>
        </p:nvSpPr>
        <p:spPr>
          <a:xfrm>
            <a:off x="3228692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8C08B77-715A-D89A-25AF-4A627AD8D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1132709"/>
            <a:ext cx="1904950" cy="1880596"/>
          </a:xfrm>
          <a:prstGeom prst="rect">
            <a:avLst/>
          </a:prstGeom>
        </p:spPr>
      </p:pic>
      <p:sp>
        <p:nvSpPr>
          <p:cNvPr id="12" name="Subtítulo 9">
            <a:extLst>
              <a:ext uri="{FF2B5EF4-FFF2-40B4-BE49-F238E27FC236}">
                <a16:creationId xmlns:a16="http://schemas.microsoft.com/office/drawing/2014/main" id="{2829DAF3-D387-3552-1378-A66AF047DED7}"/>
              </a:ext>
            </a:extLst>
          </p:cNvPr>
          <p:cNvSpPr txBox="1">
            <a:spLocks/>
          </p:cNvSpPr>
          <p:nvPr/>
        </p:nvSpPr>
        <p:spPr>
          <a:xfrm>
            <a:off x="4381144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" name="Subtítulo 9">
            <a:extLst>
              <a:ext uri="{FF2B5EF4-FFF2-40B4-BE49-F238E27FC236}">
                <a16:creationId xmlns:a16="http://schemas.microsoft.com/office/drawing/2014/main" id="{89D783AD-0495-73DE-6EF1-8D69FCBA6AC1}"/>
              </a:ext>
            </a:extLst>
          </p:cNvPr>
          <p:cNvSpPr txBox="1">
            <a:spLocks/>
          </p:cNvSpPr>
          <p:nvPr/>
        </p:nvSpPr>
        <p:spPr>
          <a:xfrm>
            <a:off x="5211244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7" name="Subtítulo 9">
            <a:extLst>
              <a:ext uri="{FF2B5EF4-FFF2-40B4-BE49-F238E27FC236}">
                <a16:creationId xmlns:a16="http://schemas.microsoft.com/office/drawing/2014/main" id="{FA4C8B24-15E8-470B-8586-BE1AC2CF2553}"/>
              </a:ext>
            </a:extLst>
          </p:cNvPr>
          <p:cNvSpPr txBox="1">
            <a:spLocks/>
          </p:cNvSpPr>
          <p:nvPr/>
        </p:nvSpPr>
        <p:spPr>
          <a:xfrm>
            <a:off x="4136128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9" name="Subtítulo 9">
            <a:extLst>
              <a:ext uri="{FF2B5EF4-FFF2-40B4-BE49-F238E27FC236}">
                <a16:creationId xmlns:a16="http://schemas.microsoft.com/office/drawing/2014/main" id="{39C0F3D4-F014-70E9-FB5D-6B1DC863C336}"/>
              </a:ext>
            </a:extLst>
          </p:cNvPr>
          <p:cNvSpPr txBox="1">
            <a:spLocks/>
          </p:cNvSpPr>
          <p:nvPr/>
        </p:nvSpPr>
        <p:spPr>
          <a:xfrm>
            <a:off x="4451873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21" name="Subtítulo 9">
            <a:extLst>
              <a:ext uri="{FF2B5EF4-FFF2-40B4-BE49-F238E27FC236}">
                <a16:creationId xmlns:a16="http://schemas.microsoft.com/office/drawing/2014/main" id="{AA766C8A-722F-1289-4E1A-F0A6EBC62CF4}"/>
              </a:ext>
            </a:extLst>
          </p:cNvPr>
          <p:cNvSpPr txBox="1">
            <a:spLocks/>
          </p:cNvSpPr>
          <p:nvPr/>
        </p:nvSpPr>
        <p:spPr>
          <a:xfrm>
            <a:off x="5285575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3F604E2C-2F61-1F29-37CF-1B37F966A5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1142702"/>
            <a:ext cx="1904950" cy="1880596"/>
          </a:xfrm>
          <a:prstGeom prst="rect">
            <a:avLst/>
          </a:prstGeom>
        </p:spPr>
      </p:pic>
      <p:sp>
        <p:nvSpPr>
          <p:cNvPr id="25" name="Subtítulo 9">
            <a:extLst>
              <a:ext uri="{FF2B5EF4-FFF2-40B4-BE49-F238E27FC236}">
                <a16:creationId xmlns:a16="http://schemas.microsoft.com/office/drawing/2014/main" id="{014E0CB7-7481-2425-3665-6376085BD98F}"/>
              </a:ext>
            </a:extLst>
          </p:cNvPr>
          <p:cNvSpPr txBox="1">
            <a:spLocks/>
          </p:cNvSpPr>
          <p:nvPr/>
        </p:nvSpPr>
        <p:spPr>
          <a:xfrm>
            <a:off x="6438027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25298E15-1464-65E9-5BFC-41FBE236D381}"/>
              </a:ext>
            </a:extLst>
          </p:cNvPr>
          <p:cNvSpPr txBox="1">
            <a:spLocks/>
          </p:cNvSpPr>
          <p:nvPr/>
        </p:nvSpPr>
        <p:spPr>
          <a:xfrm>
            <a:off x="7268127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1" name="Subtítulo 9">
            <a:extLst>
              <a:ext uri="{FF2B5EF4-FFF2-40B4-BE49-F238E27FC236}">
                <a16:creationId xmlns:a16="http://schemas.microsoft.com/office/drawing/2014/main" id="{31D11C9E-A613-CF2D-97EA-E46A56CB9024}"/>
              </a:ext>
            </a:extLst>
          </p:cNvPr>
          <p:cNvSpPr txBox="1">
            <a:spLocks/>
          </p:cNvSpPr>
          <p:nvPr/>
        </p:nvSpPr>
        <p:spPr>
          <a:xfrm>
            <a:off x="6193011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35" name="Subtítulo 9">
            <a:extLst>
              <a:ext uri="{FF2B5EF4-FFF2-40B4-BE49-F238E27FC236}">
                <a16:creationId xmlns:a16="http://schemas.microsoft.com/office/drawing/2014/main" id="{0A9C4E82-B151-176A-9589-CAC6F876C9FA}"/>
              </a:ext>
            </a:extLst>
          </p:cNvPr>
          <p:cNvSpPr txBox="1">
            <a:spLocks/>
          </p:cNvSpPr>
          <p:nvPr/>
        </p:nvSpPr>
        <p:spPr>
          <a:xfrm>
            <a:off x="6508756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37" name="Subtítulo 9">
            <a:extLst>
              <a:ext uri="{FF2B5EF4-FFF2-40B4-BE49-F238E27FC236}">
                <a16:creationId xmlns:a16="http://schemas.microsoft.com/office/drawing/2014/main" id="{5964265A-E626-0FAC-C5A8-C690136AF9F1}"/>
              </a:ext>
            </a:extLst>
          </p:cNvPr>
          <p:cNvSpPr txBox="1">
            <a:spLocks/>
          </p:cNvSpPr>
          <p:nvPr/>
        </p:nvSpPr>
        <p:spPr>
          <a:xfrm>
            <a:off x="7342458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203042AE-68BD-04F9-0339-E5B1EE4CF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1142702"/>
            <a:ext cx="1904950" cy="1880597"/>
          </a:xfrm>
          <a:prstGeom prst="rect">
            <a:avLst/>
          </a:prstGeom>
        </p:spPr>
      </p:pic>
      <p:sp>
        <p:nvSpPr>
          <p:cNvPr id="41" name="Subtítulo 9">
            <a:extLst>
              <a:ext uri="{FF2B5EF4-FFF2-40B4-BE49-F238E27FC236}">
                <a16:creationId xmlns:a16="http://schemas.microsoft.com/office/drawing/2014/main" id="{31746DBD-5A33-F5F4-6287-FA40C3F61EC2}"/>
              </a:ext>
            </a:extLst>
          </p:cNvPr>
          <p:cNvSpPr txBox="1">
            <a:spLocks/>
          </p:cNvSpPr>
          <p:nvPr/>
        </p:nvSpPr>
        <p:spPr>
          <a:xfrm>
            <a:off x="8494910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3" name="Subtítulo 9">
            <a:extLst>
              <a:ext uri="{FF2B5EF4-FFF2-40B4-BE49-F238E27FC236}">
                <a16:creationId xmlns:a16="http://schemas.microsoft.com/office/drawing/2014/main" id="{6547BF15-D0F7-DACB-6A78-F2F37824156D}"/>
              </a:ext>
            </a:extLst>
          </p:cNvPr>
          <p:cNvSpPr txBox="1">
            <a:spLocks/>
          </p:cNvSpPr>
          <p:nvPr/>
        </p:nvSpPr>
        <p:spPr>
          <a:xfrm>
            <a:off x="9325010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B41B885A-4D60-4665-9F44-A16F6E6FB797}"/>
              </a:ext>
            </a:extLst>
          </p:cNvPr>
          <p:cNvSpPr txBox="1">
            <a:spLocks/>
          </p:cNvSpPr>
          <p:nvPr/>
        </p:nvSpPr>
        <p:spPr>
          <a:xfrm>
            <a:off x="8249894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4F412AE0-3EBA-2025-69C5-510CC2AAE7FC}"/>
              </a:ext>
            </a:extLst>
          </p:cNvPr>
          <p:cNvSpPr txBox="1">
            <a:spLocks/>
          </p:cNvSpPr>
          <p:nvPr/>
        </p:nvSpPr>
        <p:spPr>
          <a:xfrm>
            <a:off x="8565639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49" name="Subtítulo 9">
            <a:extLst>
              <a:ext uri="{FF2B5EF4-FFF2-40B4-BE49-F238E27FC236}">
                <a16:creationId xmlns:a16="http://schemas.microsoft.com/office/drawing/2014/main" id="{28BBB211-5DA7-87E0-8954-C2AC063FABE9}"/>
              </a:ext>
            </a:extLst>
          </p:cNvPr>
          <p:cNvSpPr txBox="1">
            <a:spLocks/>
          </p:cNvSpPr>
          <p:nvPr/>
        </p:nvSpPr>
        <p:spPr>
          <a:xfrm>
            <a:off x="9399341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A12525CD-AD55-B271-3C6D-FD0C04F95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3431326"/>
            <a:ext cx="1904950" cy="1880596"/>
          </a:xfrm>
          <a:prstGeom prst="rect">
            <a:avLst/>
          </a:prstGeom>
        </p:spPr>
      </p:pic>
      <p:sp>
        <p:nvSpPr>
          <p:cNvPr id="53" name="Subtítulo 9">
            <a:extLst>
              <a:ext uri="{FF2B5EF4-FFF2-40B4-BE49-F238E27FC236}">
                <a16:creationId xmlns:a16="http://schemas.microsoft.com/office/drawing/2014/main" id="{11BC851E-C946-FC78-DC35-8ED0D5551A6A}"/>
              </a:ext>
            </a:extLst>
          </p:cNvPr>
          <p:cNvSpPr txBox="1">
            <a:spLocks/>
          </p:cNvSpPr>
          <p:nvPr/>
        </p:nvSpPr>
        <p:spPr>
          <a:xfrm>
            <a:off x="2324261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5" name="Subtítulo 9">
            <a:extLst>
              <a:ext uri="{FF2B5EF4-FFF2-40B4-BE49-F238E27FC236}">
                <a16:creationId xmlns:a16="http://schemas.microsoft.com/office/drawing/2014/main" id="{9CACF51E-C1A7-76BC-3883-1C75EB20664A}"/>
              </a:ext>
            </a:extLst>
          </p:cNvPr>
          <p:cNvSpPr txBox="1">
            <a:spLocks/>
          </p:cNvSpPr>
          <p:nvPr/>
        </p:nvSpPr>
        <p:spPr>
          <a:xfrm>
            <a:off x="3154361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8" name="Subtítulo 9">
            <a:extLst>
              <a:ext uri="{FF2B5EF4-FFF2-40B4-BE49-F238E27FC236}">
                <a16:creationId xmlns:a16="http://schemas.microsoft.com/office/drawing/2014/main" id="{7816D92F-ADEF-20D5-90BF-42782FE6F16F}"/>
              </a:ext>
            </a:extLst>
          </p:cNvPr>
          <p:cNvSpPr txBox="1">
            <a:spLocks/>
          </p:cNvSpPr>
          <p:nvPr/>
        </p:nvSpPr>
        <p:spPr>
          <a:xfrm>
            <a:off x="2079245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9067FED4-7EB8-E4DD-E596-341AB000C611}"/>
              </a:ext>
            </a:extLst>
          </p:cNvPr>
          <p:cNvSpPr txBox="1">
            <a:spLocks/>
          </p:cNvSpPr>
          <p:nvPr/>
        </p:nvSpPr>
        <p:spPr>
          <a:xfrm>
            <a:off x="2394990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65" name="Subtítulo 9">
            <a:extLst>
              <a:ext uri="{FF2B5EF4-FFF2-40B4-BE49-F238E27FC236}">
                <a16:creationId xmlns:a16="http://schemas.microsoft.com/office/drawing/2014/main" id="{2D1A413F-B762-578C-5A09-21FD5CC40660}"/>
              </a:ext>
            </a:extLst>
          </p:cNvPr>
          <p:cNvSpPr txBox="1">
            <a:spLocks/>
          </p:cNvSpPr>
          <p:nvPr/>
        </p:nvSpPr>
        <p:spPr>
          <a:xfrm>
            <a:off x="3228692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67" name="Imagem 66">
            <a:extLst>
              <a:ext uri="{FF2B5EF4-FFF2-40B4-BE49-F238E27FC236}">
                <a16:creationId xmlns:a16="http://schemas.microsoft.com/office/drawing/2014/main" id="{EC911BC9-D18D-74A5-AFC3-9FBA281A2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3431326"/>
            <a:ext cx="1904950" cy="1880596"/>
          </a:xfrm>
          <a:prstGeom prst="rect">
            <a:avLst/>
          </a:prstGeom>
        </p:spPr>
      </p:pic>
      <p:sp>
        <p:nvSpPr>
          <p:cNvPr id="69" name="Subtítulo 9">
            <a:extLst>
              <a:ext uri="{FF2B5EF4-FFF2-40B4-BE49-F238E27FC236}">
                <a16:creationId xmlns:a16="http://schemas.microsoft.com/office/drawing/2014/main" id="{173EAAE1-2AC3-8D63-CADB-F516AD09D6EF}"/>
              </a:ext>
            </a:extLst>
          </p:cNvPr>
          <p:cNvSpPr txBox="1">
            <a:spLocks/>
          </p:cNvSpPr>
          <p:nvPr/>
        </p:nvSpPr>
        <p:spPr>
          <a:xfrm>
            <a:off x="4381144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71" name="Subtítulo 9">
            <a:extLst>
              <a:ext uri="{FF2B5EF4-FFF2-40B4-BE49-F238E27FC236}">
                <a16:creationId xmlns:a16="http://schemas.microsoft.com/office/drawing/2014/main" id="{3DDC95AD-ECD5-2CD9-0D0E-A815695F4D72}"/>
              </a:ext>
            </a:extLst>
          </p:cNvPr>
          <p:cNvSpPr txBox="1">
            <a:spLocks/>
          </p:cNvSpPr>
          <p:nvPr/>
        </p:nvSpPr>
        <p:spPr>
          <a:xfrm>
            <a:off x="5211244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69DB7D3C-E4A1-5758-8F17-B293AAAFF600}"/>
              </a:ext>
            </a:extLst>
          </p:cNvPr>
          <p:cNvSpPr txBox="1">
            <a:spLocks/>
          </p:cNvSpPr>
          <p:nvPr/>
        </p:nvSpPr>
        <p:spPr>
          <a:xfrm>
            <a:off x="4136128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80" name="Subtítulo 9">
            <a:extLst>
              <a:ext uri="{FF2B5EF4-FFF2-40B4-BE49-F238E27FC236}">
                <a16:creationId xmlns:a16="http://schemas.microsoft.com/office/drawing/2014/main" id="{99803694-1C91-06B0-E1CB-C118BC76352B}"/>
              </a:ext>
            </a:extLst>
          </p:cNvPr>
          <p:cNvSpPr txBox="1">
            <a:spLocks/>
          </p:cNvSpPr>
          <p:nvPr/>
        </p:nvSpPr>
        <p:spPr>
          <a:xfrm>
            <a:off x="4451873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84" name="Subtítulo 9">
            <a:extLst>
              <a:ext uri="{FF2B5EF4-FFF2-40B4-BE49-F238E27FC236}">
                <a16:creationId xmlns:a16="http://schemas.microsoft.com/office/drawing/2014/main" id="{1F07D9D3-C70D-1434-6452-E6EC6C810E5C}"/>
              </a:ext>
            </a:extLst>
          </p:cNvPr>
          <p:cNvSpPr txBox="1">
            <a:spLocks/>
          </p:cNvSpPr>
          <p:nvPr/>
        </p:nvSpPr>
        <p:spPr>
          <a:xfrm>
            <a:off x="5285575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8" name="Imagem 87">
            <a:extLst>
              <a:ext uri="{FF2B5EF4-FFF2-40B4-BE49-F238E27FC236}">
                <a16:creationId xmlns:a16="http://schemas.microsoft.com/office/drawing/2014/main" id="{5172998A-5BEE-AAF5-C9FA-BC44E613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3441319"/>
            <a:ext cx="1904950" cy="1880596"/>
          </a:xfrm>
          <a:prstGeom prst="rect">
            <a:avLst/>
          </a:prstGeom>
        </p:spPr>
      </p:pic>
      <p:sp>
        <p:nvSpPr>
          <p:cNvPr id="92" name="Subtítulo 9">
            <a:extLst>
              <a:ext uri="{FF2B5EF4-FFF2-40B4-BE49-F238E27FC236}">
                <a16:creationId xmlns:a16="http://schemas.microsoft.com/office/drawing/2014/main" id="{9ED9B027-5B46-8291-9B83-C3936FC9D6B6}"/>
              </a:ext>
            </a:extLst>
          </p:cNvPr>
          <p:cNvSpPr txBox="1">
            <a:spLocks/>
          </p:cNvSpPr>
          <p:nvPr/>
        </p:nvSpPr>
        <p:spPr>
          <a:xfrm>
            <a:off x="6438027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96" name="Subtítulo 9">
            <a:extLst>
              <a:ext uri="{FF2B5EF4-FFF2-40B4-BE49-F238E27FC236}">
                <a16:creationId xmlns:a16="http://schemas.microsoft.com/office/drawing/2014/main" id="{A6293BB9-575F-6A41-7B95-49B803CFC41D}"/>
              </a:ext>
            </a:extLst>
          </p:cNvPr>
          <p:cNvSpPr txBox="1">
            <a:spLocks/>
          </p:cNvSpPr>
          <p:nvPr/>
        </p:nvSpPr>
        <p:spPr>
          <a:xfrm>
            <a:off x="7268127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00" name="Subtítulo 9">
            <a:extLst>
              <a:ext uri="{FF2B5EF4-FFF2-40B4-BE49-F238E27FC236}">
                <a16:creationId xmlns:a16="http://schemas.microsoft.com/office/drawing/2014/main" id="{68B4CDFE-E145-DCA3-6740-5F5DE48C1F00}"/>
              </a:ext>
            </a:extLst>
          </p:cNvPr>
          <p:cNvSpPr txBox="1">
            <a:spLocks/>
          </p:cNvSpPr>
          <p:nvPr/>
        </p:nvSpPr>
        <p:spPr>
          <a:xfrm>
            <a:off x="6193011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04" name="Subtítulo 9">
            <a:extLst>
              <a:ext uri="{FF2B5EF4-FFF2-40B4-BE49-F238E27FC236}">
                <a16:creationId xmlns:a16="http://schemas.microsoft.com/office/drawing/2014/main" id="{66AB6FF9-DD46-898F-F934-4DC74206E696}"/>
              </a:ext>
            </a:extLst>
          </p:cNvPr>
          <p:cNvSpPr txBox="1">
            <a:spLocks/>
          </p:cNvSpPr>
          <p:nvPr/>
        </p:nvSpPr>
        <p:spPr>
          <a:xfrm>
            <a:off x="6508756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08" name="Subtítulo 9">
            <a:extLst>
              <a:ext uri="{FF2B5EF4-FFF2-40B4-BE49-F238E27FC236}">
                <a16:creationId xmlns:a16="http://schemas.microsoft.com/office/drawing/2014/main" id="{3DCB1DDA-E660-C5E0-0AD9-C743796E9001}"/>
              </a:ext>
            </a:extLst>
          </p:cNvPr>
          <p:cNvSpPr txBox="1">
            <a:spLocks/>
          </p:cNvSpPr>
          <p:nvPr/>
        </p:nvSpPr>
        <p:spPr>
          <a:xfrm>
            <a:off x="7342458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112" name="Imagem 111">
            <a:extLst>
              <a:ext uri="{FF2B5EF4-FFF2-40B4-BE49-F238E27FC236}">
                <a16:creationId xmlns:a16="http://schemas.microsoft.com/office/drawing/2014/main" id="{439615F7-C081-D57D-6332-EFD3FDF12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3441319"/>
            <a:ext cx="1904950" cy="1880596"/>
          </a:xfrm>
          <a:prstGeom prst="rect">
            <a:avLst/>
          </a:prstGeom>
        </p:spPr>
      </p:pic>
      <p:sp>
        <p:nvSpPr>
          <p:cNvPr id="116" name="Subtítulo 9">
            <a:extLst>
              <a:ext uri="{FF2B5EF4-FFF2-40B4-BE49-F238E27FC236}">
                <a16:creationId xmlns:a16="http://schemas.microsoft.com/office/drawing/2014/main" id="{FD67F743-254F-CC21-CACA-49D8C067055E}"/>
              </a:ext>
            </a:extLst>
          </p:cNvPr>
          <p:cNvSpPr txBox="1">
            <a:spLocks/>
          </p:cNvSpPr>
          <p:nvPr/>
        </p:nvSpPr>
        <p:spPr>
          <a:xfrm>
            <a:off x="8494910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20" name="Subtítulo 9">
            <a:extLst>
              <a:ext uri="{FF2B5EF4-FFF2-40B4-BE49-F238E27FC236}">
                <a16:creationId xmlns:a16="http://schemas.microsoft.com/office/drawing/2014/main" id="{B31130F7-C37A-6F46-E871-8DE7ECB3C57B}"/>
              </a:ext>
            </a:extLst>
          </p:cNvPr>
          <p:cNvSpPr txBox="1">
            <a:spLocks/>
          </p:cNvSpPr>
          <p:nvPr/>
        </p:nvSpPr>
        <p:spPr>
          <a:xfrm>
            <a:off x="9325010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23" name="Subtítulo 9">
            <a:extLst>
              <a:ext uri="{FF2B5EF4-FFF2-40B4-BE49-F238E27FC236}">
                <a16:creationId xmlns:a16="http://schemas.microsoft.com/office/drawing/2014/main" id="{94C5349E-3E11-CE09-C09C-847930D8C82B}"/>
              </a:ext>
            </a:extLst>
          </p:cNvPr>
          <p:cNvSpPr txBox="1">
            <a:spLocks/>
          </p:cNvSpPr>
          <p:nvPr/>
        </p:nvSpPr>
        <p:spPr>
          <a:xfrm>
            <a:off x="8249894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25" name="Subtítulo 9">
            <a:extLst>
              <a:ext uri="{FF2B5EF4-FFF2-40B4-BE49-F238E27FC236}">
                <a16:creationId xmlns:a16="http://schemas.microsoft.com/office/drawing/2014/main" id="{25EEC7EC-CDF2-3125-2CF7-8597E44D71BF}"/>
              </a:ext>
            </a:extLst>
          </p:cNvPr>
          <p:cNvSpPr txBox="1">
            <a:spLocks/>
          </p:cNvSpPr>
          <p:nvPr/>
        </p:nvSpPr>
        <p:spPr>
          <a:xfrm>
            <a:off x="8565639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27" name="Subtítulo 9">
            <a:extLst>
              <a:ext uri="{FF2B5EF4-FFF2-40B4-BE49-F238E27FC236}">
                <a16:creationId xmlns:a16="http://schemas.microsoft.com/office/drawing/2014/main" id="{286DFED1-0061-5023-0C55-2A5DEFE48851}"/>
              </a:ext>
            </a:extLst>
          </p:cNvPr>
          <p:cNvSpPr txBox="1">
            <a:spLocks/>
          </p:cNvSpPr>
          <p:nvPr/>
        </p:nvSpPr>
        <p:spPr>
          <a:xfrm>
            <a:off x="9399341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813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A8699-18CF-43E2-4438-38102C02F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C8258698-4BCB-E7A4-F7C2-C3D0DE53C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1132709"/>
            <a:ext cx="1904949" cy="1880596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E6138C2F-2794-6D10-59CC-2ABA6AE1E583}"/>
              </a:ext>
            </a:extLst>
          </p:cNvPr>
          <p:cNvSpPr txBox="1">
            <a:spLocks/>
          </p:cNvSpPr>
          <p:nvPr/>
        </p:nvSpPr>
        <p:spPr>
          <a:xfrm>
            <a:off x="2324261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84F98567-8CC8-7F05-2F7B-DE40392771FF}"/>
              </a:ext>
            </a:extLst>
          </p:cNvPr>
          <p:cNvSpPr txBox="1">
            <a:spLocks/>
          </p:cNvSpPr>
          <p:nvPr/>
        </p:nvSpPr>
        <p:spPr>
          <a:xfrm>
            <a:off x="3154361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82BD5683-8AD8-4E3C-AFC1-9D36D2E4BD34}"/>
              </a:ext>
            </a:extLst>
          </p:cNvPr>
          <p:cNvSpPr txBox="1">
            <a:spLocks/>
          </p:cNvSpPr>
          <p:nvPr/>
        </p:nvSpPr>
        <p:spPr>
          <a:xfrm>
            <a:off x="2079245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A6DB32E4-E8F6-25CB-8937-30D840692649}"/>
              </a:ext>
            </a:extLst>
          </p:cNvPr>
          <p:cNvSpPr txBox="1">
            <a:spLocks/>
          </p:cNvSpPr>
          <p:nvPr/>
        </p:nvSpPr>
        <p:spPr>
          <a:xfrm>
            <a:off x="2394990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EC511290-3A53-ECCF-AA88-47EA50B658EF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4" name="Subtítulo 9">
            <a:extLst>
              <a:ext uri="{FF2B5EF4-FFF2-40B4-BE49-F238E27FC236}">
                <a16:creationId xmlns:a16="http://schemas.microsoft.com/office/drawing/2014/main" id="{F39BAFED-1B3D-2881-B4D8-C2224B8BF04B}"/>
              </a:ext>
            </a:extLst>
          </p:cNvPr>
          <p:cNvSpPr txBox="1">
            <a:spLocks/>
          </p:cNvSpPr>
          <p:nvPr/>
        </p:nvSpPr>
        <p:spPr>
          <a:xfrm>
            <a:off x="3228692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241A450-FF6E-9562-F600-B795AEB2F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1132709"/>
            <a:ext cx="1904949" cy="1880596"/>
          </a:xfrm>
          <a:prstGeom prst="rect">
            <a:avLst/>
          </a:prstGeom>
        </p:spPr>
      </p:pic>
      <p:sp>
        <p:nvSpPr>
          <p:cNvPr id="12" name="Subtítulo 9">
            <a:extLst>
              <a:ext uri="{FF2B5EF4-FFF2-40B4-BE49-F238E27FC236}">
                <a16:creationId xmlns:a16="http://schemas.microsoft.com/office/drawing/2014/main" id="{432F0692-C72D-A598-B6B9-6B05E0B44AF8}"/>
              </a:ext>
            </a:extLst>
          </p:cNvPr>
          <p:cNvSpPr txBox="1">
            <a:spLocks/>
          </p:cNvSpPr>
          <p:nvPr/>
        </p:nvSpPr>
        <p:spPr>
          <a:xfrm>
            <a:off x="4381144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" name="Subtítulo 9">
            <a:extLst>
              <a:ext uri="{FF2B5EF4-FFF2-40B4-BE49-F238E27FC236}">
                <a16:creationId xmlns:a16="http://schemas.microsoft.com/office/drawing/2014/main" id="{8EC5EE4B-2107-D235-B2D2-033DC5BDFDB5}"/>
              </a:ext>
            </a:extLst>
          </p:cNvPr>
          <p:cNvSpPr txBox="1">
            <a:spLocks/>
          </p:cNvSpPr>
          <p:nvPr/>
        </p:nvSpPr>
        <p:spPr>
          <a:xfrm>
            <a:off x="5211244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7" name="Subtítulo 9">
            <a:extLst>
              <a:ext uri="{FF2B5EF4-FFF2-40B4-BE49-F238E27FC236}">
                <a16:creationId xmlns:a16="http://schemas.microsoft.com/office/drawing/2014/main" id="{BB45D32C-F8E7-A66F-028D-30806EA70925}"/>
              </a:ext>
            </a:extLst>
          </p:cNvPr>
          <p:cNvSpPr txBox="1">
            <a:spLocks/>
          </p:cNvSpPr>
          <p:nvPr/>
        </p:nvSpPr>
        <p:spPr>
          <a:xfrm>
            <a:off x="4136128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9" name="Subtítulo 9">
            <a:extLst>
              <a:ext uri="{FF2B5EF4-FFF2-40B4-BE49-F238E27FC236}">
                <a16:creationId xmlns:a16="http://schemas.microsoft.com/office/drawing/2014/main" id="{2204EB94-BAD5-BDDA-D06F-5FA64DEE91EB}"/>
              </a:ext>
            </a:extLst>
          </p:cNvPr>
          <p:cNvSpPr txBox="1">
            <a:spLocks/>
          </p:cNvSpPr>
          <p:nvPr/>
        </p:nvSpPr>
        <p:spPr>
          <a:xfrm>
            <a:off x="4451873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21" name="Subtítulo 9">
            <a:extLst>
              <a:ext uri="{FF2B5EF4-FFF2-40B4-BE49-F238E27FC236}">
                <a16:creationId xmlns:a16="http://schemas.microsoft.com/office/drawing/2014/main" id="{0C417BE2-75F5-A33C-0947-C8A8C110999D}"/>
              </a:ext>
            </a:extLst>
          </p:cNvPr>
          <p:cNvSpPr txBox="1">
            <a:spLocks/>
          </p:cNvSpPr>
          <p:nvPr/>
        </p:nvSpPr>
        <p:spPr>
          <a:xfrm>
            <a:off x="5285575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06A5A460-B208-972F-385E-FF2851C22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1142702"/>
            <a:ext cx="1904949" cy="1880596"/>
          </a:xfrm>
          <a:prstGeom prst="rect">
            <a:avLst/>
          </a:prstGeom>
        </p:spPr>
      </p:pic>
      <p:sp>
        <p:nvSpPr>
          <p:cNvPr id="25" name="Subtítulo 9">
            <a:extLst>
              <a:ext uri="{FF2B5EF4-FFF2-40B4-BE49-F238E27FC236}">
                <a16:creationId xmlns:a16="http://schemas.microsoft.com/office/drawing/2014/main" id="{A30B2354-D852-788C-2BDE-078EB2646EB9}"/>
              </a:ext>
            </a:extLst>
          </p:cNvPr>
          <p:cNvSpPr txBox="1">
            <a:spLocks/>
          </p:cNvSpPr>
          <p:nvPr/>
        </p:nvSpPr>
        <p:spPr>
          <a:xfrm>
            <a:off x="6438027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68668513-B92D-17E6-AC1B-8F86701F2EFA}"/>
              </a:ext>
            </a:extLst>
          </p:cNvPr>
          <p:cNvSpPr txBox="1">
            <a:spLocks/>
          </p:cNvSpPr>
          <p:nvPr/>
        </p:nvSpPr>
        <p:spPr>
          <a:xfrm>
            <a:off x="7268127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1" name="Subtítulo 9">
            <a:extLst>
              <a:ext uri="{FF2B5EF4-FFF2-40B4-BE49-F238E27FC236}">
                <a16:creationId xmlns:a16="http://schemas.microsoft.com/office/drawing/2014/main" id="{68D0F977-DCA2-78BD-6009-04A572261A77}"/>
              </a:ext>
            </a:extLst>
          </p:cNvPr>
          <p:cNvSpPr txBox="1">
            <a:spLocks/>
          </p:cNvSpPr>
          <p:nvPr/>
        </p:nvSpPr>
        <p:spPr>
          <a:xfrm>
            <a:off x="6193011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35" name="Subtítulo 9">
            <a:extLst>
              <a:ext uri="{FF2B5EF4-FFF2-40B4-BE49-F238E27FC236}">
                <a16:creationId xmlns:a16="http://schemas.microsoft.com/office/drawing/2014/main" id="{CF76913C-86C9-6DE2-9410-DB149CDC72E2}"/>
              </a:ext>
            </a:extLst>
          </p:cNvPr>
          <p:cNvSpPr txBox="1">
            <a:spLocks/>
          </p:cNvSpPr>
          <p:nvPr/>
        </p:nvSpPr>
        <p:spPr>
          <a:xfrm>
            <a:off x="6508756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37" name="Subtítulo 9">
            <a:extLst>
              <a:ext uri="{FF2B5EF4-FFF2-40B4-BE49-F238E27FC236}">
                <a16:creationId xmlns:a16="http://schemas.microsoft.com/office/drawing/2014/main" id="{8F674997-A20B-2963-465E-DB43CED87C6C}"/>
              </a:ext>
            </a:extLst>
          </p:cNvPr>
          <p:cNvSpPr txBox="1">
            <a:spLocks/>
          </p:cNvSpPr>
          <p:nvPr/>
        </p:nvSpPr>
        <p:spPr>
          <a:xfrm>
            <a:off x="7342458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A609BD99-0134-2DAC-A166-C9AE2B44C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1142702"/>
            <a:ext cx="1904950" cy="1880596"/>
          </a:xfrm>
          <a:prstGeom prst="rect">
            <a:avLst/>
          </a:prstGeom>
        </p:spPr>
      </p:pic>
      <p:sp>
        <p:nvSpPr>
          <p:cNvPr id="41" name="Subtítulo 9">
            <a:extLst>
              <a:ext uri="{FF2B5EF4-FFF2-40B4-BE49-F238E27FC236}">
                <a16:creationId xmlns:a16="http://schemas.microsoft.com/office/drawing/2014/main" id="{8B1D199A-0547-E30E-CF44-114219AC4072}"/>
              </a:ext>
            </a:extLst>
          </p:cNvPr>
          <p:cNvSpPr txBox="1">
            <a:spLocks/>
          </p:cNvSpPr>
          <p:nvPr/>
        </p:nvSpPr>
        <p:spPr>
          <a:xfrm>
            <a:off x="8494910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3" name="Subtítulo 9">
            <a:extLst>
              <a:ext uri="{FF2B5EF4-FFF2-40B4-BE49-F238E27FC236}">
                <a16:creationId xmlns:a16="http://schemas.microsoft.com/office/drawing/2014/main" id="{148A6C23-2D18-C39C-A0A0-38517742F8EE}"/>
              </a:ext>
            </a:extLst>
          </p:cNvPr>
          <p:cNvSpPr txBox="1">
            <a:spLocks/>
          </p:cNvSpPr>
          <p:nvPr/>
        </p:nvSpPr>
        <p:spPr>
          <a:xfrm>
            <a:off x="9325010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88D1A6A3-3C79-373A-2158-264081F8F1BB}"/>
              </a:ext>
            </a:extLst>
          </p:cNvPr>
          <p:cNvSpPr txBox="1">
            <a:spLocks/>
          </p:cNvSpPr>
          <p:nvPr/>
        </p:nvSpPr>
        <p:spPr>
          <a:xfrm>
            <a:off x="8249894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E3E2D47F-0120-6BB7-A3D7-FFE0E0C1A7E9}"/>
              </a:ext>
            </a:extLst>
          </p:cNvPr>
          <p:cNvSpPr txBox="1">
            <a:spLocks/>
          </p:cNvSpPr>
          <p:nvPr/>
        </p:nvSpPr>
        <p:spPr>
          <a:xfrm>
            <a:off x="8565639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49" name="Subtítulo 9">
            <a:extLst>
              <a:ext uri="{FF2B5EF4-FFF2-40B4-BE49-F238E27FC236}">
                <a16:creationId xmlns:a16="http://schemas.microsoft.com/office/drawing/2014/main" id="{97ABA244-BE1E-29F7-6A29-13DACC1D75AA}"/>
              </a:ext>
            </a:extLst>
          </p:cNvPr>
          <p:cNvSpPr txBox="1">
            <a:spLocks/>
          </p:cNvSpPr>
          <p:nvPr/>
        </p:nvSpPr>
        <p:spPr>
          <a:xfrm>
            <a:off x="9399341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0504DB67-6729-9248-A38E-9BE74709C1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3431326"/>
            <a:ext cx="1904949" cy="1880596"/>
          </a:xfrm>
          <a:prstGeom prst="rect">
            <a:avLst/>
          </a:prstGeom>
        </p:spPr>
      </p:pic>
      <p:sp>
        <p:nvSpPr>
          <p:cNvPr id="53" name="Subtítulo 9">
            <a:extLst>
              <a:ext uri="{FF2B5EF4-FFF2-40B4-BE49-F238E27FC236}">
                <a16:creationId xmlns:a16="http://schemas.microsoft.com/office/drawing/2014/main" id="{0001556F-0022-7C1F-6D76-C9A3D9C8B076}"/>
              </a:ext>
            </a:extLst>
          </p:cNvPr>
          <p:cNvSpPr txBox="1">
            <a:spLocks/>
          </p:cNvSpPr>
          <p:nvPr/>
        </p:nvSpPr>
        <p:spPr>
          <a:xfrm>
            <a:off x="2324261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5" name="Subtítulo 9">
            <a:extLst>
              <a:ext uri="{FF2B5EF4-FFF2-40B4-BE49-F238E27FC236}">
                <a16:creationId xmlns:a16="http://schemas.microsoft.com/office/drawing/2014/main" id="{43CA1098-CF25-2B9A-A0C2-44FA25203C96}"/>
              </a:ext>
            </a:extLst>
          </p:cNvPr>
          <p:cNvSpPr txBox="1">
            <a:spLocks/>
          </p:cNvSpPr>
          <p:nvPr/>
        </p:nvSpPr>
        <p:spPr>
          <a:xfrm>
            <a:off x="3154361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8" name="Subtítulo 9">
            <a:extLst>
              <a:ext uri="{FF2B5EF4-FFF2-40B4-BE49-F238E27FC236}">
                <a16:creationId xmlns:a16="http://schemas.microsoft.com/office/drawing/2014/main" id="{A9B9E89F-6EC4-AEA9-0486-A465B84423AA}"/>
              </a:ext>
            </a:extLst>
          </p:cNvPr>
          <p:cNvSpPr txBox="1">
            <a:spLocks/>
          </p:cNvSpPr>
          <p:nvPr/>
        </p:nvSpPr>
        <p:spPr>
          <a:xfrm>
            <a:off x="2079245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DF5DF524-86A0-72B4-B105-A04DC1601DD2}"/>
              </a:ext>
            </a:extLst>
          </p:cNvPr>
          <p:cNvSpPr txBox="1">
            <a:spLocks/>
          </p:cNvSpPr>
          <p:nvPr/>
        </p:nvSpPr>
        <p:spPr>
          <a:xfrm>
            <a:off x="2394990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65" name="Subtítulo 9">
            <a:extLst>
              <a:ext uri="{FF2B5EF4-FFF2-40B4-BE49-F238E27FC236}">
                <a16:creationId xmlns:a16="http://schemas.microsoft.com/office/drawing/2014/main" id="{75B395AE-FEE4-4022-04A7-B939F3EE0A45}"/>
              </a:ext>
            </a:extLst>
          </p:cNvPr>
          <p:cNvSpPr txBox="1">
            <a:spLocks/>
          </p:cNvSpPr>
          <p:nvPr/>
        </p:nvSpPr>
        <p:spPr>
          <a:xfrm>
            <a:off x="3228692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67" name="Imagem 66">
            <a:extLst>
              <a:ext uri="{FF2B5EF4-FFF2-40B4-BE49-F238E27FC236}">
                <a16:creationId xmlns:a16="http://schemas.microsoft.com/office/drawing/2014/main" id="{ADE4C175-09D2-4328-1C11-FF91F51E5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3431326"/>
            <a:ext cx="1904949" cy="1880596"/>
          </a:xfrm>
          <a:prstGeom prst="rect">
            <a:avLst/>
          </a:prstGeom>
        </p:spPr>
      </p:pic>
      <p:sp>
        <p:nvSpPr>
          <p:cNvPr id="69" name="Subtítulo 9">
            <a:extLst>
              <a:ext uri="{FF2B5EF4-FFF2-40B4-BE49-F238E27FC236}">
                <a16:creationId xmlns:a16="http://schemas.microsoft.com/office/drawing/2014/main" id="{2A1D2E87-47D3-B7C4-F810-11ED7F5A79EC}"/>
              </a:ext>
            </a:extLst>
          </p:cNvPr>
          <p:cNvSpPr txBox="1">
            <a:spLocks/>
          </p:cNvSpPr>
          <p:nvPr/>
        </p:nvSpPr>
        <p:spPr>
          <a:xfrm>
            <a:off x="4381144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71" name="Subtítulo 9">
            <a:extLst>
              <a:ext uri="{FF2B5EF4-FFF2-40B4-BE49-F238E27FC236}">
                <a16:creationId xmlns:a16="http://schemas.microsoft.com/office/drawing/2014/main" id="{20601EE5-88DE-B340-4BCE-C0CCCC054BAD}"/>
              </a:ext>
            </a:extLst>
          </p:cNvPr>
          <p:cNvSpPr txBox="1">
            <a:spLocks/>
          </p:cNvSpPr>
          <p:nvPr/>
        </p:nvSpPr>
        <p:spPr>
          <a:xfrm>
            <a:off x="5211244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8C169887-B1D7-76D3-25DF-A4B90A80FE8E}"/>
              </a:ext>
            </a:extLst>
          </p:cNvPr>
          <p:cNvSpPr txBox="1">
            <a:spLocks/>
          </p:cNvSpPr>
          <p:nvPr/>
        </p:nvSpPr>
        <p:spPr>
          <a:xfrm>
            <a:off x="4136128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80" name="Subtítulo 9">
            <a:extLst>
              <a:ext uri="{FF2B5EF4-FFF2-40B4-BE49-F238E27FC236}">
                <a16:creationId xmlns:a16="http://schemas.microsoft.com/office/drawing/2014/main" id="{B71848AF-1940-889B-BD03-05E32171F6FD}"/>
              </a:ext>
            </a:extLst>
          </p:cNvPr>
          <p:cNvSpPr txBox="1">
            <a:spLocks/>
          </p:cNvSpPr>
          <p:nvPr/>
        </p:nvSpPr>
        <p:spPr>
          <a:xfrm>
            <a:off x="4451873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84" name="Subtítulo 9">
            <a:extLst>
              <a:ext uri="{FF2B5EF4-FFF2-40B4-BE49-F238E27FC236}">
                <a16:creationId xmlns:a16="http://schemas.microsoft.com/office/drawing/2014/main" id="{C30CE1B5-33A0-9B4E-6769-7E77BC64BDF4}"/>
              </a:ext>
            </a:extLst>
          </p:cNvPr>
          <p:cNvSpPr txBox="1">
            <a:spLocks/>
          </p:cNvSpPr>
          <p:nvPr/>
        </p:nvSpPr>
        <p:spPr>
          <a:xfrm>
            <a:off x="5285575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8" name="Imagem 87">
            <a:extLst>
              <a:ext uri="{FF2B5EF4-FFF2-40B4-BE49-F238E27FC236}">
                <a16:creationId xmlns:a16="http://schemas.microsoft.com/office/drawing/2014/main" id="{73FF3595-0E1D-92D4-7153-633D03B78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3441319"/>
            <a:ext cx="1904949" cy="1880596"/>
          </a:xfrm>
          <a:prstGeom prst="rect">
            <a:avLst/>
          </a:prstGeom>
        </p:spPr>
      </p:pic>
      <p:sp>
        <p:nvSpPr>
          <p:cNvPr id="92" name="Subtítulo 9">
            <a:extLst>
              <a:ext uri="{FF2B5EF4-FFF2-40B4-BE49-F238E27FC236}">
                <a16:creationId xmlns:a16="http://schemas.microsoft.com/office/drawing/2014/main" id="{2ECD7AAD-578C-335F-10B6-D7CD3879798C}"/>
              </a:ext>
            </a:extLst>
          </p:cNvPr>
          <p:cNvSpPr txBox="1">
            <a:spLocks/>
          </p:cNvSpPr>
          <p:nvPr/>
        </p:nvSpPr>
        <p:spPr>
          <a:xfrm>
            <a:off x="6438027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96" name="Subtítulo 9">
            <a:extLst>
              <a:ext uri="{FF2B5EF4-FFF2-40B4-BE49-F238E27FC236}">
                <a16:creationId xmlns:a16="http://schemas.microsoft.com/office/drawing/2014/main" id="{B73ADEE3-E54D-DF60-49EB-E2370582A84C}"/>
              </a:ext>
            </a:extLst>
          </p:cNvPr>
          <p:cNvSpPr txBox="1">
            <a:spLocks/>
          </p:cNvSpPr>
          <p:nvPr/>
        </p:nvSpPr>
        <p:spPr>
          <a:xfrm>
            <a:off x="7268127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00" name="Subtítulo 9">
            <a:extLst>
              <a:ext uri="{FF2B5EF4-FFF2-40B4-BE49-F238E27FC236}">
                <a16:creationId xmlns:a16="http://schemas.microsoft.com/office/drawing/2014/main" id="{A9BADC94-0E81-CD68-7407-BE9F11DC657D}"/>
              </a:ext>
            </a:extLst>
          </p:cNvPr>
          <p:cNvSpPr txBox="1">
            <a:spLocks/>
          </p:cNvSpPr>
          <p:nvPr/>
        </p:nvSpPr>
        <p:spPr>
          <a:xfrm>
            <a:off x="6193011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04" name="Subtítulo 9">
            <a:extLst>
              <a:ext uri="{FF2B5EF4-FFF2-40B4-BE49-F238E27FC236}">
                <a16:creationId xmlns:a16="http://schemas.microsoft.com/office/drawing/2014/main" id="{121349AA-29B4-BDBC-8328-A9A95940B64D}"/>
              </a:ext>
            </a:extLst>
          </p:cNvPr>
          <p:cNvSpPr txBox="1">
            <a:spLocks/>
          </p:cNvSpPr>
          <p:nvPr/>
        </p:nvSpPr>
        <p:spPr>
          <a:xfrm>
            <a:off x="6508756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08" name="Subtítulo 9">
            <a:extLst>
              <a:ext uri="{FF2B5EF4-FFF2-40B4-BE49-F238E27FC236}">
                <a16:creationId xmlns:a16="http://schemas.microsoft.com/office/drawing/2014/main" id="{CEA46E89-6F3B-C7B2-33EB-E8C92BC1901E}"/>
              </a:ext>
            </a:extLst>
          </p:cNvPr>
          <p:cNvSpPr txBox="1">
            <a:spLocks/>
          </p:cNvSpPr>
          <p:nvPr/>
        </p:nvSpPr>
        <p:spPr>
          <a:xfrm>
            <a:off x="7342458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112" name="Imagem 111">
            <a:extLst>
              <a:ext uri="{FF2B5EF4-FFF2-40B4-BE49-F238E27FC236}">
                <a16:creationId xmlns:a16="http://schemas.microsoft.com/office/drawing/2014/main" id="{466657DD-2F40-D890-76F8-4562DF368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3441319"/>
            <a:ext cx="1904949" cy="1880596"/>
          </a:xfrm>
          <a:prstGeom prst="rect">
            <a:avLst/>
          </a:prstGeom>
        </p:spPr>
      </p:pic>
      <p:sp>
        <p:nvSpPr>
          <p:cNvPr id="116" name="Subtítulo 9">
            <a:extLst>
              <a:ext uri="{FF2B5EF4-FFF2-40B4-BE49-F238E27FC236}">
                <a16:creationId xmlns:a16="http://schemas.microsoft.com/office/drawing/2014/main" id="{5AC95B8A-6236-69AE-7F10-58CC7E80B181}"/>
              </a:ext>
            </a:extLst>
          </p:cNvPr>
          <p:cNvSpPr txBox="1">
            <a:spLocks/>
          </p:cNvSpPr>
          <p:nvPr/>
        </p:nvSpPr>
        <p:spPr>
          <a:xfrm>
            <a:off x="8494910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20" name="Subtítulo 9">
            <a:extLst>
              <a:ext uri="{FF2B5EF4-FFF2-40B4-BE49-F238E27FC236}">
                <a16:creationId xmlns:a16="http://schemas.microsoft.com/office/drawing/2014/main" id="{D7E463B2-4471-EE59-32EF-862CCD6EC394}"/>
              </a:ext>
            </a:extLst>
          </p:cNvPr>
          <p:cNvSpPr txBox="1">
            <a:spLocks/>
          </p:cNvSpPr>
          <p:nvPr/>
        </p:nvSpPr>
        <p:spPr>
          <a:xfrm>
            <a:off x="9325010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23" name="Subtítulo 9">
            <a:extLst>
              <a:ext uri="{FF2B5EF4-FFF2-40B4-BE49-F238E27FC236}">
                <a16:creationId xmlns:a16="http://schemas.microsoft.com/office/drawing/2014/main" id="{E7B953D2-E634-FD36-2A27-BF298777DC7D}"/>
              </a:ext>
            </a:extLst>
          </p:cNvPr>
          <p:cNvSpPr txBox="1">
            <a:spLocks/>
          </p:cNvSpPr>
          <p:nvPr/>
        </p:nvSpPr>
        <p:spPr>
          <a:xfrm>
            <a:off x="8249894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25" name="Subtítulo 9">
            <a:extLst>
              <a:ext uri="{FF2B5EF4-FFF2-40B4-BE49-F238E27FC236}">
                <a16:creationId xmlns:a16="http://schemas.microsoft.com/office/drawing/2014/main" id="{29DDFC44-19D1-7558-423C-BEF0D5F5CB2F}"/>
              </a:ext>
            </a:extLst>
          </p:cNvPr>
          <p:cNvSpPr txBox="1">
            <a:spLocks/>
          </p:cNvSpPr>
          <p:nvPr/>
        </p:nvSpPr>
        <p:spPr>
          <a:xfrm>
            <a:off x="8565639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27" name="Subtítulo 9">
            <a:extLst>
              <a:ext uri="{FF2B5EF4-FFF2-40B4-BE49-F238E27FC236}">
                <a16:creationId xmlns:a16="http://schemas.microsoft.com/office/drawing/2014/main" id="{CE27BD55-0A86-0DFF-FCF1-CE01ED36827E}"/>
              </a:ext>
            </a:extLst>
          </p:cNvPr>
          <p:cNvSpPr txBox="1">
            <a:spLocks/>
          </p:cNvSpPr>
          <p:nvPr/>
        </p:nvSpPr>
        <p:spPr>
          <a:xfrm>
            <a:off x="9399341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424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6ABD2-63DD-B238-4DBD-E5A37D089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35518F02-C8C8-1188-328A-F98E89828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1132709"/>
            <a:ext cx="1904949" cy="1880595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66A41E53-3058-F422-B26C-F27727B105E2}"/>
              </a:ext>
            </a:extLst>
          </p:cNvPr>
          <p:cNvSpPr txBox="1">
            <a:spLocks/>
          </p:cNvSpPr>
          <p:nvPr/>
        </p:nvSpPr>
        <p:spPr>
          <a:xfrm>
            <a:off x="2324261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AB775D31-C92E-C055-65D9-FD999C6CBD61}"/>
              </a:ext>
            </a:extLst>
          </p:cNvPr>
          <p:cNvSpPr txBox="1">
            <a:spLocks/>
          </p:cNvSpPr>
          <p:nvPr/>
        </p:nvSpPr>
        <p:spPr>
          <a:xfrm>
            <a:off x="3154361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5AA63B81-4790-0AE0-5C9F-0426CDD01854}"/>
              </a:ext>
            </a:extLst>
          </p:cNvPr>
          <p:cNvSpPr txBox="1">
            <a:spLocks/>
          </p:cNvSpPr>
          <p:nvPr/>
        </p:nvSpPr>
        <p:spPr>
          <a:xfrm>
            <a:off x="2079245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DB30E043-7609-310A-8814-5ACF87CF1B76}"/>
              </a:ext>
            </a:extLst>
          </p:cNvPr>
          <p:cNvSpPr txBox="1">
            <a:spLocks/>
          </p:cNvSpPr>
          <p:nvPr/>
        </p:nvSpPr>
        <p:spPr>
          <a:xfrm>
            <a:off x="2394990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690A7387-0000-B717-C738-3D58E4E994BB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4" name="Subtítulo 9">
            <a:extLst>
              <a:ext uri="{FF2B5EF4-FFF2-40B4-BE49-F238E27FC236}">
                <a16:creationId xmlns:a16="http://schemas.microsoft.com/office/drawing/2014/main" id="{DF07E654-4608-7374-E52D-88F14BFD728D}"/>
              </a:ext>
            </a:extLst>
          </p:cNvPr>
          <p:cNvSpPr txBox="1">
            <a:spLocks/>
          </p:cNvSpPr>
          <p:nvPr/>
        </p:nvSpPr>
        <p:spPr>
          <a:xfrm>
            <a:off x="3228692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F067916-6228-D0BC-F8FC-C3D0AFF64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1132709"/>
            <a:ext cx="1904949" cy="1880595"/>
          </a:xfrm>
          <a:prstGeom prst="rect">
            <a:avLst/>
          </a:prstGeom>
        </p:spPr>
      </p:pic>
      <p:sp>
        <p:nvSpPr>
          <p:cNvPr id="12" name="Subtítulo 9">
            <a:extLst>
              <a:ext uri="{FF2B5EF4-FFF2-40B4-BE49-F238E27FC236}">
                <a16:creationId xmlns:a16="http://schemas.microsoft.com/office/drawing/2014/main" id="{44FF4F84-5285-E852-4F12-754EEC91B286}"/>
              </a:ext>
            </a:extLst>
          </p:cNvPr>
          <p:cNvSpPr txBox="1">
            <a:spLocks/>
          </p:cNvSpPr>
          <p:nvPr/>
        </p:nvSpPr>
        <p:spPr>
          <a:xfrm>
            <a:off x="4381144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" name="Subtítulo 9">
            <a:extLst>
              <a:ext uri="{FF2B5EF4-FFF2-40B4-BE49-F238E27FC236}">
                <a16:creationId xmlns:a16="http://schemas.microsoft.com/office/drawing/2014/main" id="{7563A65D-60AE-B1F4-BA9F-89D63805D827}"/>
              </a:ext>
            </a:extLst>
          </p:cNvPr>
          <p:cNvSpPr txBox="1">
            <a:spLocks/>
          </p:cNvSpPr>
          <p:nvPr/>
        </p:nvSpPr>
        <p:spPr>
          <a:xfrm>
            <a:off x="5211244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7" name="Subtítulo 9">
            <a:extLst>
              <a:ext uri="{FF2B5EF4-FFF2-40B4-BE49-F238E27FC236}">
                <a16:creationId xmlns:a16="http://schemas.microsoft.com/office/drawing/2014/main" id="{2E82860C-4BBA-8705-F684-A0DF8D8478E2}"/>
              </a:ext>
            </a:extLst>
          </p:cNvPr>
          <p:cNvSpPr txBox="1">
            <a:spLocks/>
          </p:cNvSpPr>
          <p:nvPr/>
        </p:nvSpPr>
        <p:spPr>
          <a:xfrm>
            <a:off x="4136128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9" name="Subtítulo 9">
            <a:extLst>
              <a:ext uri="{FF2B5EF4-FFF2-40B4-BE49-F238E27FC236}">
                <a16:creationId xmlns:a16="http://schemas.microsoft.com/office/drawing/2014/main" id="{318613B2-27FE-C65E-B1CA-4C97BA0CD1A8}"/>
              </a:ext>
            </a:extLst>
          </p:cNvPr>
          <p:cNvSpPr txBox="1">
            <a:spLocks/>
          </p:cNvSpPr>
          <p:nvPr/>
        </p:nvSpPr>
        <p:spPr>
          <a:xfrm>
            <a:off x="4451873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21" name="Subtítulo 9">
            <a:extLst>
              <a:ext uri="{FF2B5EF4-FFF2-40B4-BE49-F238E27FC236}">
                <a16:creationId xmlns:a16="http://schemas.microsoft.com/office/drawing/2014/main" id="{AC63E48B-1540-880A-F6F9-B1DF80B606B6}"/>
              </a:ext>
            </a:extLst>
          </p:cNvPr>
          <p:cNvSpPr txBox="1">
            <a:spLocks/>
          </p:cNvSpPr>
          <p:nvPr/>
        </p:nvSpPr>
        <p:spPr>
          <a:xfrm>
            <a:off x="5285575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1D585719-4F62-F29B-E3D1-5979AF410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1142702"/>
            <a:ext cx="1904949" cy="1880595"/>
          </a:xfrm>
          <a:prstGeom prst="rect">
            <a:avLst/>
          </a:prstGeom>
        </p:spPr>
      </p:pic>
      <p:sp>
        <p:nvSpPr>
          <p:cNvPr id="25" name="Subtítulo 9">
            <a:extLst>
              <a:ext uri="{FF2B5EF4-FFF2-40B4-BE49-F238E27FC236}">
                <a16:creationId xmlns:a16="http://schemas.microsoft.com/office/drawing/2014/main" id="{8C63F691-2312-CEEE-08F0-A9FB2215E2C6}"/>
              </a:ext>
            </a:extLst>
          </p:cNvPr>
          <p:cNvSpPr txBox="1">
            <a:spLocks/>
          </p:cNvSpPr>
          <p:nvPr/>
        </p:nvSpPr>
        <p:spPr>
          <a:xfrm>
            <a:off x="6438027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18A5007F-9F7C-FD69-A578-29F8EDB7CA2E}"/>
              </a:ext>
            </a:extLst>
          </p:cNvPr>
          <p:cNvSpPr txBox="1">
            <a:spLocks/>
          </p:cNvSpPr>
          <p:nvPr/>
        </p:nvSpPr>
        <p:spPr>
          <a:xfrm>
            <a:off x="7268127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1" name="Subtítulo 9">
            <a:extLst>
              <a:ext uri="{FF2B5EF4-FFF2-40B4-BE49-F238E27FC236}">
                <a16:creationId xmlns:a16="http://schemas.microsoft.com/office/drawing/2014/main" id="{F9568A7B-832F-EB13-6A18-5E8552B17C04}"/>
              </a:ext>
            </a:extLst>
          </p:cNvPr>
          <p:cNvSpPr txBox="1">
            <a:spLocks/>
          </p:cNvSpPr>
          <p:nvPr/>
        </p:nvSpPr>
        <p:spPr>
          <a:xfrm>
            <a:off x="6193011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35" name="Subtítulo 9">
            <a:extLst>
              <a:ext uri="{FF2B5EF4-FFF2-40B4-BE49-F238E27FC236}">
                <a16:creationId xmlns:a16="http://schemas.microsoft.com/office/drawing/2014/main" id="{5C572F2A-94CB-D0C1-13B8-ABEB4DAF30C6}"/>
              </a:ext>
            </a:extLst>
          </p:cNvPr>
          <p:cNvSpPr txBox="1">
            <a:spLocks/>
          </p:cNvSpPr>
          <p:nvPr/>
        </p:nvSpPr>
        <p:spPr>
          <a:xfrm>
            <a:off x="6508756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37" name="Subtítulo 9">
            <a:extLst>
              <a:ext uri="{FF2B5EF4-FFF2-40B4-BE49-F238E27FC236}">
                <a16:creationId xmlns:a16="http://schemas.microsoft.com/office/drawing/2014/main" id="{4347F796-45BF-5E33-C7F4-E25A37BDFD3B}"/>
              </a:ext>
            </a:extLst>
          </p:cNvPr>
          <p:cNvSpPr txBox="1">
            <a:spLocks/>
          </p:cNvSpPr>
          <p:nvPr/>
        </p:nvSpPr>
        <p:spPr>
          <a:xfrm>
            <a:off x="7342458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0D6D1CED-8756-F01C-E777-90CCCD1F0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1142702"/>
            <a:ext cx="1904949" cy="1880596"/>
          </a:xfrm>
          <a:prstGeom prst="rect">
            <a:avLst/>
          </a:prstGeom>
        </p:spPr>
      </p:pic>
      <p:sp>
        <p:nvSpPr>
          <p:cNvPr id="41" name="Subtítulo 9">
            <a:extLst>
              <a:ext uri="{FF2B5EF4-FFF2-40B4-BE49-F238E27FC236}">
                <a16:creationId xmlns:a16="http://schemas.microsoft.com/office/drawing/2014/main" id="{3F2F2E6B-E1D0-9385-9248-3FBF1B7BD9EE}"/>
              </a:ext>
            </a:extLst>
          </p:cNvPr>
          <p:cNvSpPr txBox="1">
            <a:spLocks/>
          </p:cNvSpPr>
          <p:nvPr/>
        </p:nvSpPr>
        <p:spPr>
          <a:xfrm>
            <a:off x="8494910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3" name="Subtítulo 9">
            <a:extLst>
              <a:ext uri="{FF2B5EF4-FFF2-40B4-BE49-F238E27FC236}">
                <a16:creationId xmlns:a16="http://schemas.microsoft.com/office/drawing/2014/main" id="{9FBE1CDF-C854-A8C1-320C-6F7976638E8C}"/>
              </a:ext>
            </a:extLst>
          </p:cNvPr>
          <p:cNvSpPr txBox="1">
            <a:spLocks/>
          </p:cNvSpPr>
          <p:nvPr/>
        </p:nvSpPr>
        <p:spPr>
          <a:xfrm>
            <a:off x="9325010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584CC449-5561-2096-ABA2-6ECB17651FCB}"/>
              </a:ext>
            </a:extLst>
          </p:cNvPr>
          <p:cNvSpPr txBox="1">
            <a:spLocks/>
          </p:cNvSpPr>
          <p:nvPr/>
        </p:nvSpPr>
        <p:spPr>
          <a:xfrm>
            <a:off x="8249894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6B3A7847-D5AE-4B48-2945-A056B8FAEBEF}"/>
              </a:ext>
            </a:extLst>
          </p:cNvPr>
          <p:cNvSpPr txBox="1">
            <a:spLocks/>
          </p:cNvSpPr>
          <p:nvPr/>
        </p:nvSpPr>
        <p:spPr>
          <a:xfrm>
            <a:off x="8565639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49" name="Subtítulo 9">
            <a:extLst>
              <a:ext uri="{FF2B5EF4-FFF2-40B4-BE49-F238E27FC236}">
                <a16:creationId xmlns:a16="http://schemas.microsoft.com/office/drawing/2014/main" id="{B0C70BBA-E09F-8D58-A588-3A1C5F9BF867}"/>
              </a:ext>
            </a:extLst>
          </p:cNvPr>
          <p:cNvSpPr txBox="1">
            <a:spLocks/>
          </p:cNvSpPr>
          <p:nvPr/>
        </p:nvSpPr>
        <p:spPr>
          <a:xfrm>
            <a:off x="9399341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A50A18B4-C042-6D2D-2713-7D6F7CFE6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3431326"/>
            <a:ext cx="1904949" cy="1880595"/>
          </a:xfrm>
          <a:prstGeom prst="rect">
            <a:avLst/>
          </a:prstGeom>
        </p:spPr>
      </p:pic>
      <p:sp>
        <p:nvSpPr>
          <p:cNvPr id="53" name="Subtítulo 9">
            <a:extLst>
              <a:ext uri="{FF2B5EF4-FFF2-40B4-BE49-F238E27FC236}">
                <a16:creationId xmlns:a16="http://schemas.microsoft.com/office/drawing/2014/main" id="{C299F95C-D318-FAC4-265A-1A0D05A687AC}"/>
              </a:ext>
            </a:extLst>
          </p:cNvPr>
          <p:cNvSpPr txBox="1">
            <a:spLocks/>
          </p:cNvSpPr>
          <p:nvPr/>
        </p:nvSpPr>
        <p:spPr>
          <a:xfrm>
            <a:off x="2324261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5" name="Subtítulo 9">
            <a:extLst>
              <a:ext uri="{FF2B5EF4-FFF2-40B4-BE49-F238E27FC236}">
                <a16:creationId xmlns:a16="http://schemas.microsoft.com/office/drawing/2014/main" id="{92D45C8D-7EE6-227D-C000-6E8C2C518990}"/>
              </a:ext>
            </a:extLst>
          </p:cNvPr>
          <p:cNvSpPr txBox="1">
            <a:spLocks/>
          </p:cNvSpPr>
          <p:nvPr/>
        </p:nvSpPr>
        <p:spPr>
          <a:xfrm>
            <a:off x="3154361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8" name="Subtítulo 9">
            <a:extLst>
              <a:ext uri="{FF2B5EF4-FFF2-40B4-BE49-F238E27FC236}">
                <a16:creationId xmlns:a16="http://schemas.microsoft.com/office/drawing/2014/main" id="{ABDB08AD-BD4C-06BC-C65D-8E328FD356F6}"/>
              </a:ext>
            </a:extLst>
          </p:cNvPr>
          <p:cNvSpPr txBox="1">
            <a:spLocks/>
          </p:cNvSpPr>
          <p:nvPr/>
        </p:nvSpPr>
        <p:spPr>
          <a:xfrm>
            <a:off x="2079245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D15B48E3-8493-E507-7121-89BE67D654DC}"/>
              </a:ext>
            </a:extLst>
          </p:cNvPr>
          <p:cNvSpPr txBox="1">
            <a:spLocks/>
          </p:cNvSpPr>
          <p:nvPr/>
        </p:nvSpPr>
        <p:spPr>
          <a:xfrm>
            <a:off x="2394990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65" name="Subtítulo 9">
            <a:extLst>
              <a:ext uri="{FF2B5EF4-FFF2-40B4-BE49-F238E27FC236}">
                <a16:creationId xmlns:a16="http://schemas.microsoft.com/office/drawing/2014/main" id="{14A29DF4-216F-39D5-0354-A3B1DC13B7B1}"/>
              </a:ext>
            </a:extLst>
          </p:cNvPr>
          <p:cNvSpPr txBox="1">
            <a:spLocks/>
          </p:cNvSpPr>
          <p:nvPr/>
        </p:nvSpPr>
        <p:spPr>
          <a:xfrm>
            <a:off x="3228692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67" name="Imagem 66">
            <a:extLst>
              <a:ext uri="{FF2B5EF4-FFF2-40B4-BE49-F238E27FC236}">
                <a16:creationId xmlns:a16="http://schemas.microsoft.com/office/drawing/2014/main" id="{667332D9-27D6-9CF5-2989-8BBC6E174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3431326"/>
            <a:ext cx="1904949" cy="1880595"/>
          </a:xfrm>
          <a:prstGeom prst="rect">
            <a:avLst/>
          </a:prstGeom>
        </p:spPr>
      </p:pic>
      <p:sp>
        <p:nvSpPr>
          <p:cNvPr id="69" name="Subtítulo 9">
            <a:extLst>
              <a:ext uri="{FF2B5EF4-FFF2-40B4-BE49-F238E27FC236}">
                <a16:creationId xmlns:a16="http://schemas.microsoft.com/office/drawing/2014/main" id="{A579AADD-393C-475D-5E45-50DFEFBDD39A}"/>
              </a:ext>
            </a:extLst>
          </p:cNvPr>
          <p:cNvSpPr txBox="1">
            <a:spLocks/>
          </p:cNvSpPr>
          <p:nvPr/>
        </p:nvSpPr>
        <p:spPr>
          <a:xfrm>
            <a:off x="4381144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71" name="Subtítulo 9">
            <a:extLst>
              <a:ext uri="{FF2B5EF4-FFF2-40B4-BE49-F238E27FC236}">
                <a16:creationId xmlns:a16="http://schemas.microsoft.com/office/drawing/2014/main" id="{090E7BB5-AF7B-2B71-3156-B4B7DFEF606C}"/>
              </a:ext>
            </a:extLst>
          </p:cNvPr>
          <p:cNvSpPr txBox="1">
            <a:spLocks/>
          </p:cNvSpPr>
          <p:nvPr/>
        </p:nvSpPr>
        <p:spPr>
          <a:xfrm>
            <a:off x="5211244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F4B8C6EC-65BE-7878-D803-AC25353221FD}"/>
              </a:ext>
            </a:extLst>
          </p:cNvPr>
          <p:cNvSpPr txBox="1">
            <a:spLocks/>
          </p:cNvSpPr>
          <p:nvPr/>
        </p:nvSpPr>
        <p:spPr>
          <a:xfrm>
            <a:off x="4136128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80" name="Subtítulo 9">
            <a:extLst>
              <a:ext uri="{FF2B5EF4-FFF2-40B4-BE49-F238E27FC236}">
                <a16:creationId xmlns:a16="http://schemas.microsoft.com/office/drawing/2014/main" id="{C9990D39-3434-F59F-A884-A4CE99301874}"/>
              </a:ext>
            </a:extLst>
          </p:cNvPr>
          <p:cNvSpPr txBox="1">
            <a:spLocks/>
          </p:cNvSpPr>
          <p:nvPr/>
        </p:nvSpPr>
        <p:spPr>
          <a:xfrm>
            <a:off x="4451873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84" name="Subtítulo 9">
            <a:extLst>
              <a:ext uri="{FF2B5EF4-FFF2-40B4-BE49-F238E27FC236}">
                <a16:creationId xmlns:a16="http://schemas.microsoft.com/office/drawing/2014/main" id="{E478DF43-D8E0-145A-33F0-4E6A32674FB6}"/>
              </a:ext>
            </a:extLst>
          </p:cNvPr>
          <p:cNvSpPr txBox="1">
            <a:spLocks/>
          </p:cNvSpPr>
          <p:nvPr/>
        </p:nvSpPr>
        <p:spPr>
          <a:xfrm>
            <a:off x="5285575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8" name="Imagem 87">
            <a:extLst>
              <a:ext uri="{FF2B5EF4-FFF2-40B4-BE49-F238E27FC236}">
                <a16:creationId xmlns:a16="http://schemas.microsoft.com/office/drawing/2014/main" id="{FF24F66A-88D4-0B11-180F-3B2505D2D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3441319"/>
            <a:ext cx="1904949" cy="1880595"/>
          </a:xfrm>
          <a:prstGeom prst="rect">
            <a:avLst/>
          </a:prstGeom>
        </p:spPr>
      </p:pic>
      <p:sp>
        <p:nvSpPr>
          <p:cNvPr id="92" name="Subtítulo 9">
            <a:extLst>
              <a:ext uri="{FF2B5EF4-FFF2-40B4-BE49-F238E27FC236}">
                <a16:creationId xmlns:a16="http://schemas.microsoft.com/office/drawing/2014/main" id="{9A18FDA7-4A94-2061-90B6-036979043AAF}"/>
              </a:ext>
            </a:extLst>
          </p:cNvPr>
          <p:cNvSpPr txBox="1">
            <a:spLocks/>
          </p:cNvSpPr>
          <p:nvPr/>
        </p:nvSpPr>
        <p:spPr>
          <a:xfrm>
            <a:off x="6438027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96" name="Subtítulo 9">
            <a:extLst>
              <a:ext uri="{FF2B5EF4-FFF2-40B4-BE49-F238E27FC236}">
                <a16:creationId xmlns:a16="http://schemas.microsoft.com/office/drawing/2014/main" id="{3B6F88ED-D9AB-D253-D805-77E2DB16DD52}"/>
              </a:ext>
            </a:extLst>
          </p:cNvPr>
          <p:cNvSpPr txBox="1">
            <a:spLocks/>
          </p:cNvSpPr>
          <p:nvPr/>
        </p:nvSpPr>
        <p:spPr>
          <a:xfrm>
            <a:off x="7268127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00" name="Subtítulo 9">
            <a:extLst>
              <a:ext uri="{FF2B5EF4-FFF2-40B4-BE49-F238E27FC236}">
                <a16:creationId xmlns:a16="http://schemas.microsoft.com/office/drawing/2014/main" id="{4AEA48B8-CED3-8160-0F25-928F862B3ACD}"/>
              </a:ext>
            </a:extLst>
          </p:cNvPr>
          <p:cNvSpPr txBox="1">
            <a:spLocks/>
          </p:cNvSpPr>
          <p:nvPr/>
        </p:nvSpPr>
        <p:spPr>
          <a:xfrm>
            <a:off x="6193011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04" name="Subtítulo 9">
            <a:extLst>
              <a:ext uri="{FF2B5EF4-FFF2-40B4-BE49-F238E27FC236}">
                <a16:creationId xmlns:a16="http://schemas.microsoft.com/office/drawing/2014/main" id="{966A19FA-E34D-D015-0646-97F6C212F270}"/>
              </a:ext>
            </a:extLst>
          </p:cNvPr>
          <p:cNvSpPr txBox="1">
            <a:spLocks/>
          </p:cNvSpPr>
          <p:nvPr/>
        </p:nvSpPr>
        <p:spPr>
          <a:xfrm>
            <a:off x="6508756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08" name="Subtítulo 9">
            <a:extLst>
              <a:ext uri="{FF2B5EF4-FFF2-40B4-BE49-F238E27FC236}">
                <a16:creationId xmlns:a16="http://schemas.microsoft.com/office/drawing/2014/main" id="{38494815-C145-2798-0599-D29095957830}"/>
              </a:ext>
            </a:extLst>
          </p:cNvPr>
          <p:cNvSpPr txBox="1">
            <a:spLocks/>
          </p:cNvSpPr>
          <p:nvPr/>
        </p:nvSpPr>
        <p:spPr>
          <a:xfrm>
            <a:off x="7342458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112" name="Imagem 111">
            <a:extLst>
              <a:ext uri="{FF2B5EF4-FFF2-40B4-BE49-F238E27FC236}">
                <a16:creationId xmlns:a16="http://schemas.microsoft.com/office/drawing/2014/main" id="{6D20AD7F-A24F-0462-2AC4-8A65F6DB6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3441319"/>
            <a:ext cx="1904949" cy="1880595"/>
          </a:xfrm>
          <a:prstGeom prst="rect">
            <a:avLst/>
          </a:prstGeom>
        </p:spPr>
      </p:pic>
      <p:sp>
        <p:nvSpPr>
          <p:cNvPr id="116" name="Subtítulo 9">
            <a:extLst>
              <a:ext uri="{FF2B5EF4-FFF2-40B4-BE49-F238E27FC236}">
                <a16:creationId xmlns:a16="http://schemas.microsoft.com/office/drawing/2014/main" id="{AD69E870-EBA1-59E3-4A65-2C8B090FB2A1}"/>
              </a:ext>
            </a:extLst>
          </p:cNvPr>
          <p:cNvSpPr txBox="1">
            <a:spLocks/>
          </p:cNvSpPr>
          <p:nvPr/>
        </p:nvSpPr>
        <p:spPr>
          <a:xfrm>
            <a:off x="8494910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20" name="Subtítulo 9">
            <a:extLst>
              <a:ext uri="{FF2B5EF4-FFF2-40B4-BE49-F238E27FC236}">
                <a16:creationId xmlns:a16="http://schemas.microsoft.com/office/drawing/2014/main" id="{1D0DCA42-0788-5204-F3E8-49006311FA64}"/>
              </a:ext>
            </a:extLst>
          </p:cNvPr>
          <p:cNvSpPr txBox="1">
            <a:spLocks/>
          </p:cNvSpPr>
          <p:nvPr/>
        </p:nvSpPr>
        <p:spPr>
          <a:xfrm>
            <a:off x="9325010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23" name="Subtítulo 9">
            <a:extLst>
              <a:ext uri="{FF2B5EF4-FFF2-40B4-BE49-F238E27FC236}">
                <a16:creationId xmlns:a16="http://schemas.microsoft.com/office/drawing/2014/main" id="{8FF02EB7-B3E5-35BF-1EA5-8243DA016468}"/>
              </a:ext>
            </a:extLst>
          </p:cNvPr>
          <p:cNvSpPr txBox="1">
            <a:spLocks/>
          </p:cNvSpPr>
          <p:nvPr/>
        </p:nvSpPr>
        <p:spPr>
          <a:xfrm>
            <a:off x="8249894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25" name="Subtítulo 9">
            <a:extLst>
              <a:ext uri="{FF2B5EF4-FFF2-40B4-BE49-F238E27FC236}">
                <a16:creationId xmlns:a16="http://schemas.microsoft.com/office/drawing/2014/main" id="{E2167125-E96F-8D37-18BA-DB9A6D262BE3}"/>
              </a:ext>
            </a:extLst>
          </p:cNvPr>
          <p:cNvSpPr txBox="1">
            <a:spLocks/>
          </p:cNvSpPr>
          <p:nvPr/>
        </p:nvSpPr>
        <p:spPr>
          <a:xfrm>
            <a:off x="8565639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27" name="Subtítulo 9">
            <a:extLst>
              <a:ext uri="{FF2B5EF4-FFF2-40B4-BE49-F238E27FC236}">
                <a16:creationId xmlns:a16="http://schemas.microsoft.com/office/drawing/2014/main" id="{84E4CB8B-633C-D24B-62DD-2067F74E5696}"/>
              </a:ext>
            </a:extLst>
          </p:cNvPr>
          <p:cNvSpPr txBox="1">
            <a:spLocks/>
          </p:cNvSpPr>
          <p:nvPr/>
        </p:nvSpPr>
        <p:spPr>
          <a:xfrm>
            <a:off x="9399341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912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C6B8D-489F-E8FB-8A92-5AE84B73D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1CB3D543-0AD9-D3A5-F9F5-8D9C1FDF5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1132709"/>
            <a:ext cx="1904948" cy="1880595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B5E6E65D-3C6F-33C0-3175-752E021BDF47}"/>
              </a:ext>
            </a:extLst>
          </p:cNvPr>
          <p:cNvSpPr txBox="1">
            <a:spLocks/>
          </p:cNvSpPr>
          <p:nvPr/>
        </p:nvSpPr>
        <p:spPr>
          <a:xfrm>
            <a:off x="2324261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D3FCB323-5175-37E1-0512-775C5741F95E}"/>
              </a:ext>
            </a:extLst>
          </p:cNvPr>
          <p:cNvSpPr txBox="1">
            <a:spLocks/>
          </p:cNvSpPr>
          <p:nvPr/>
        </p:nvSpPr>
        <p:spPr>
          <a:xfrm>
            <a:off x="3154361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E8C2BC4C-4EFF-AA4A-C6B8-B4522F32D7F7}"/>
              </a:ext>
            </a:extLst>
          </p:cNvPr>
          <p:cNvSpPr txBox="1">
            <a:spLocks/>
          </p:cNvSpPr>
          <p:nvPr/>
        </p:nvSpPr>
        <p:spPr>
          <a:xfrm>
            <a:off x="2079245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6174E065-76C4-6FF5-1826-577A2F4C3F61}"/>
              </a:ext>
            </a:extLst>
          </p:cNvPr>
          <p:cNvSpPr txBox="1">
            <a:spLocks/>
          </p:cNvSpPr>
          <p:nvPr/>
        </p:nvSpPr>
        <p:spPr>
          <a:xfrm>
            <a:off x="2394990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389E8A77-7296-D599-1A65-363AE1FB0F49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4" name="Subtítulo 9">
            <a:extLst>
              <a:ext uri="{FF2B5EF4-FFF2-40B4-BE49-F238E27FC236}">
                <a16:creationId xmlns:a16="http://schemas.microsoft.com/office/drawing/2014/main" id="{5340CACC-42BF-D205-C406-6ED2E363265C}"/>
              </a:ext>
            </a:extLst>
          </p:cNvPr>
          <p:cNvSpPr txBox="1">
            <a:spLocks/>
          </p:cNvSpPr>
          <p:nvPr/>
        </p:nvSpPr>
        <p:spPr>
          <a:xfrm>
            <a:off x="3228692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673121A-7305-42E3-CD8C-04C696972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1132709"/>
            <a:ext cx="1904948" cy="1880595"/>
          </a:xfrm>
          <a:prstGeom prst="rect">
            <a:avLst/>
          </a:prstGeom>
        </p:spPr>
      </p:pic>
      <p:sp>
        <p:nvSpPr>
          <p:cNvPr id="12" name="Subtítulo 9">
            <a:extLst>
              <a:ext uri="{FF2B5EF4-FFF2-40B4-BE49-F238E27FC236}">
                <a16:creationId xmlns:a16="http://schemas.microsoft.com/office/drawing/2014/main" id="{21148866-0EEF-C73B-641C-91955E7F6517}"/>
              </a:ext>
            </a:extLst>
          </p:cNvPr>
          <p:cNvSpPr txBox="1">
            <a:spLocks/>
          </p:cNvSpPr>
          <p:nvPr/>
        </p:nvSpPr>
        <p:spPr>
          <a:xfrm>
            <a:off x="4381144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" name="Subtítulo 9">
            <a:extLst>
              <a:ext uri="{FF2B5EF4-FFF2-40B4-BE49-F238E27FC236}">
                <a16:creationId xmlns:a16="http://schemas.microsoft.com/office/drawing/2014/main" id="{D838D9D0-D5D0-3E94-9695-24B77042BB01}"/>
              </a:ext>
            </a:extLst>
          </p:cNvPr>
          <p:cNvSpPr txBox="1">
            <a:spLocks/>
          </p:cNvSpPr>
          <p:nvPr/>
        </p:nvSpPr>
        <p:spPr>
          <a:xfrm>
            <a:off x="5211244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7" name="Subtítulo 9">
            <a:extLst>
              <a:ext uri="{FF2B5EF4-FFF2-40B4-BE49-F238E27FC236}">
                <a16:creationId xmlns:a16="http://schemas.microsoft.com/office/drawing/2014/main" id="{0DEDA837-3B52-B264-A121-6507A9BEEAB1}"/>
              </a:ext>
            </a:extLst>
          </p:cNvPr>
          <p:cNvSpPr txBox="1">
            <a:spLocks/>
          </p:cNvSpPr>
          <p:nvPr/>
        </p:nvSpPr>
        <p:spPr>
          <a:xfrm>
            <a:off x="4136128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9" name="Subtítulo 9">
            <a:extLst>
              <a:ext uri="{FF2B5EF4-FFF2-40B4-BE49-F238E27FC236}">
                <a16:creationId xmlns:a16="http://schemas.microsoft.com/office/drawing/2014/main" id="{D65371B6-4B25-69B4-A002-C71B82F2469A}"/>
              </a:ext>
            </a:extLst>
          </p:cNvPr>
          <p:cNvSpPr txBox="1">
            <a:spLocks/>
          </p:cNvSpPr>
          <p:nvPr/>
        </p:nvSpPr>
        <p:spPr>
          <a:xfrm>
            <a:off x="4451873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21" name="Subtítulo 9">
            <a:extLst>
              <a:ext uri="{FF2B5EF4-FFF2-40B4-BE49-F238E27FC236}">
                <a16:creationId xmlns:a16="http://schemas.microsoft.com/office/drawing/2014/main" id="{18CDA6D2-1F58-B1D5-6B2F-D9EBE1F9EAA3}"/>
              </a:ext>
            </a:extLst>
          </p:cNvPr>
          <p:cNvSpPr txBox="1">
            <a:spLocks/>
          </p:cNvSpPr>
          <p:nvPr/>
        </p:nvSpPr>
        <p:spPr>
          <a:xfrm>
            <a:off x="5285575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FBABE9BF-2818-64BA-7109-9F487FE7A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1142702"/>
            <a:ext cx="1904948" cy="1880595"/>
          </a:xfrm>
          <a:prstGeom prst="rect">
            <a:avLst/>
          </a:prstGeom>
        </p:spPr>
      </p:pic>
      <p:sp>
        <p:nvSpPr>
          <p:cNvPr id="25" name="Subtítulo 9">
            <a:extLst>
              <a:ext uri="{FF2B5EF4-FFF2-40B4-BE49-F238E27FC236}">
                <a16:creationId xmlns:a16="http://schemas.microsoft.com/office/drawing/2014/main" id="{B0C38D56-7E2D-6C89-3C38-64D37651682B}"/>
              </a:ext>
            </a:extLst>
          </p:cNvPr>
          <p:cNvSpPr txBox="1">
            <a:spLocks/>
          </p:cNvSpPr>
          <p:nvPr/>
        </p:nvSpPr>
        <p:spPr>
          <a:xfrm>
            <a:off x="6438027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BF959B77-C630-D2F2-7F02-6695DF784F13}"/>
              </a:ext>
            </a:extLst>
          </p:cNvPr>
          <p:cNvSpPr txBox="1">
            <a:spLocks/>
          </p:cNvSpPr>
          <p:nvPr/>
        </p:nvSpPr>
        <p:spPr>
          <a:xfrm>
            <a:off x="7268127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1" name="Subtítulo 9">
            <a:extLst>
              <a:ext uri="{FF2B5EF4-FFF2-40B4-BE49-F238E27FC236}">
                <a16:creationId xmlns:a16="http://schemas.microsoft.com/office/drawing/2014/main" id="{26B624D0-845D-2D91-493E-BC0462217674}"/>
              </a:ext>
            </a:extLst>
          </p:cNvPr>
          <p:cNvSpPr txBox="1">
            <a:spLocks/>
          </p:cNvSpPr>
          <p:nvPr/>
        </p:nvSpPr>
        <p:spPr>
          <a:xfrm>
            <a:off x="6193011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35" name="Subtítulo 9">
            <a:extLst>
              <a:ext uri="{FF2B5EF4-FFF2-40B4-BE49-F238E27FC236}">
                <a16:creationId xmlns:a16="http://schemas.microsoft.com/office/drawing/2014/main" id="{C5AB13BB-B0BB-E1B1-701F-31377B659516}"/>
              </a:ext>
            </a:extLst>
          </p:cNvPr>
          <p:cNvSpPr txBox="1">
            <a:spLocks/>
          </p:cNvSpPr>
          <p:nvPr/>
        </p:nvSpPr>
        <p:spPr>
          <a:xfrm>
            <a:off x="6508756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37" name="Subtítulo 9">
            <a:extLst>
              <a:ext uri="{FF2B5EF4-FFF2-40B4-BE49-F238E27FC236}">
                <a16:creationId xmlns:a16="http://schemas.microsoft.com/office/drawing/2014/main" id="{5E205348-3DDA-0728-09F8-B7EBE0FA43A3}"/>
              </a:ext>
            </a:extLst>
          </p:cNvPr>
          <p:cNvSpPr txBox="1">
            <a:spLocks/>
          </p:cNvSpPr>
          <p:nvPr/>
        </p:nvSpPr>
        <p:spPr>
          <a:xfrm>
            <a:off x="7342458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6D5ED618-89E3-640D-46E1-C7BF3DF92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1142702"/>
            <a:ext cx="1904949" cy="1880595"/>
          </a:xfrm>
          <a:prstGeom prst="rect">
            <a:avLst/>
          </a:prstGeom>
        </p:spPr>
      </p:pic>
      <p:sp>
        <p:nvSpPr>
          <p:cNvPr id="41" name="Subtítulo 9">
            <a:extLst>
              <a:ext uri="{FF2B5EF4-FFF2-40B4-BE49-F238E27FC236}">
                <a16:creationId xmlns:a16="http://schemas.microsoft.com/office/drawing/2014/main" id="{136A5074-2F86-95AF-82A1-29AE1D16DBA7}"/>
              </a:ext>
            </a:extLst>
          </p:cNvPr>
          <p:cNvSpPr txBox="1">
            <a:spLocks/>
          </p:cNvSpPr>
          <p:nvPr/>
        </p:nvSpPr>
        <p:spPr>
          <a:xfrm>
            <a:off x="8494910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3" name="Subtítulo 9">
            <a:extLst>
              <a:ext uri="{FF2B5EF4-FFF2-40B4-BE49-F238E27FC236}">
                <a16:creationId xmlns:a16="http://schemas.microsoft.com/office/drawing/2014/main" id="{76FC8770-3E78-002A-5AC8-047066332BAA}"/>
              </a:ext>
            </a:extLst>
          </p:cNvPr>
          <p:cNvSpPr txBox="1">
            <a:spLocks/>
          </p:cNvSpPr>
          <p:nvPr/>
        </p:nvSpPr>
        <p:spPr>
          <a:xfrm>
            <a:off x="9325010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68E2AEF2-635E-B241-1612-71F29DC99296}"/>
              </a:ext>
            </a:extLst>
          </p:cNvPr>
          <p:cNvSpPr txBox="1">
            <a:spLocks/>
          </p:cNvSpPr>
          <p:nvPr/>
        </p:nvSpPr>
        <p:spPr>
          <a:xfrm>
            <a:off x="8249894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E84E6EAB-5F8C-A79B-3BB3-7A4FBF63F69C}"/>
              </a:ext>
            </a:extLst>
          </p:cNvPr>
          <p:cNvSpPr txBox="1">
            <a:spLocks/>
          </p:cNvSpPr>
          <p:nvPr/>
        </p:nvSpPr>
        <p:spPr>
          <a:xfrm>
            <a:off x="8565639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49" name="Subtítulo 9">
            <a:extLst>
              <a:ext uri="{FF2B5EF4-FFF2-40B4-BE49-F238E27FC236}">
                <a16:creationId xmlns:a16="http://schemas.microsoft.com/office/drawing/2014/main" id="{746CCEC4-8839-3104-D0E7-4EF3116606ED}"/>
              </a:ext>
            </a:extLst>
          </p:cNvPr>
          <p:cNvSpPr txBox="1">
            <a:spLocks/>
          </p:cNvSpPr>
          <p:nvPr/>
        </p:nvSpPr>
        <p:spPr>
          <a:xfrm>
            <a:off x="9399341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493FB258-2E48-830E-C0BF-6C8BDD4C7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3431326"/>
            <a:ext cx="1904948" cy="1880595"/>
          </a:xfrm>
          <a:prstGeom prst="rect">
            <a:avLst/>
          </a:prstGeom>
        </p:spPr>
      </p:pic>
      <p:sp>
        <p:nvSpPr>
          <p:cNvPr id="53" name="Subtítulo 9">
            <a:extLst>
              <a:ext uri="{FF2B5EF4-FFF2-40B4-BE49-F238E27FC236}">
                <a16:creationId xmlns:a16="http://schemas.microsoft.com/office/drawing/2014/main" id="{6CA671FB-6EDE-5B24-28E0-66FCBB332F24}"/>
              </a:ext>
            </a:extLst>
          </p:cNvPr>
          <p:cNvSpPr txBox="1">
            <a:spLocks/>
          </p:cNvSpPr>
          <p:nvPr/>
        </p:nvSpPr>
        <p:spPr>
          <a:xfrm>
            <a:off x="2324261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5" name="Subtítulo 9">
            <a:extLst>
              <a:ext uri="{FF2B5EF4-FFF2-40B4-BE49-F238E27FC236}">
                <a16:creationId xmlns:a16="http://schemas.microsoft.com/office/drawing/2014/main" id="{A331CAC0-0934-8544-0713-9C456BDFA8A6}"/>
              </a:ext>
            </a:extLst>
          </p:cNvPr>
          <p:cNvSpPr txBox="1">
            <a:spLocks/>
          </p:cNvSpPr>
          <p:nvPr/>
        </p:nvSpPr>
        <p:spPr>
          <a:xfrm>
            <a:off x="3154361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8" name="Subtítulo 9">
            <a:extLst>
              <a:ext uri="{FF2B5EF4-FFF2-40B4-BE49-F238E27FC236}">
                <a16:creationId xmlns:a16="http://schemas.microsoft.com/office/drawing/2014/main" id="{4D07A7BA-E02D-B9BE-BB93-C9D02F463D2B}"/>
              </a:ext>
            </a:extLst>
          </p:cNvPr>
          <p:cNvSpPr txBox="1">
            <a:spLocks/>
          </p:cNvSpPr>
          <p:nvPr/>
        </p:nvSpPr>
        <p:spPr>
          <a:xfrm>
            <a:off x="2079245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F8F956B4-A3B2-BAF0-FA9B-7242B6AFE84E}"/>
              </a:ext>
            </a:extLst>
          </p:cNvPr>
          <p:cNvSpPr txBox="1">
            <a:spLocks/>
          </p:cNvSpPr>
          <p:nvPr/>
        </p:nvSpPr>
        <p:spPr>
          <a:xfrm>
            <a:off x="2394990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65" name="Subtítulo 9">
            <a:extLst>
              <a:ext uri="{FF2B5EF4-FFF2-40B4-BE49-F238E27FC236}">
                <a16:creationId xmlns:a16="http://schemas.microsoft.com/office/drawing/2014/main" id="{A8A2A8DA-A200-387A-9E30-B68E084C2F81}"/>
              </a:ext>
            </a:extLst>
          </p:cNvPr>
          <p:cNvSpPr txBox="1">
            <a:spLocks/>
          </p:cNvSpPr>
          <p:nvPr/>
        </p:nvSpPr>
        <p:spPr>
          <a:xfrm>
            <a:off x="3228692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67" name="Imagem 66">
            <a:extLst>
              <a:ext uri="{FF2B5EF4-FFF2-40B4-BE49-F238E27FC236}">
                <a16:creationId xmlns:a16="http://schemas.microsoft.com/office/drawing/2014/main" id="{75454C61-82BD-47FD-6CB6-F834AB1655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3431326"/>
            <a:ext cx="1904948" cy="1880595"/>
          </a:xfrm>
          <a:prstGeom prst="rect">
            <a:avLst/>
          </a:prstGeom>
        </p:spPr>
      </p:pic>
      <p:sp>
        <p:nvSpPr>
          <p:cNvPr id="69" name="Subtítulo 9">
            <a:extLst>
              <a:ext uri="{FF2B5EF4-FFF2-40B4-BE49-F238E27FC236}">
                <a16:creationId xmlns:a16="http://schemas.microsoft.com/office/drawing/2014/main" id="{16DFEE16-D6FE-027C-C760-3F3B79D1D865}"/>
              </a:ext>
            </a:extLst>
          </p:cNvPr>
          <p:cNvSpPr txBox="1">
            <a:spLocks/>
          </p:cNvSpPr>
          <p:nvPr/>
        </p:nvSpPr>
        <p:spPr>
          <a:xfrm>
            <a:off x="4381144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71" name="Subtítulo 9">
            <a:extLst>
              <a:ext uri="{FF2B5EF4-FFF2-40B4-BE49-F238E27FC236}">
                <a16:creationId xmlns:a16="http://schemas.microsoft.com/office/drawing/2014/main" id="{71C0B088-CB60-44D8-A1B3-5BA817EF8773}"/>
              </a:ext>
            </a:extLst>
          </p:cNvPr>
          <p:cNvSpPr txBox="1">
            <a:spLocks/>
          </p:cNvSpPr>
          <p:nvPr/>
        </p:nvSpPr>
        <p:spPr>
          <a:xfrm>
            <a:off x="5211244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E2B514A8-70A3-5C87-21C4-245B8442EBED}"/>
              </a:ext>
            </a:extLst>
          </p:cNvPr>
          <p:cNvSpPr txBox="1">
            <a:spLocks/>
          </p:cNvSpPr>
          <p:nvPr/>
        </p:nvSpPr>
        <p:spPr>
          <a:xfrm>
            <a:off x="4136128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80" name="Subtítulo 9">
            <a:extLst>
              <a:ext uri="{FF2B5EF4-FFF2-40B4-BE49-F238E27FC236}">
                <a16:creationId xmlns:a16="http://schemas.microsoft.com/office/drawing/2014/main" id="{416467F9-525B-7647-4789-1157CB4F363E}"/>
              </a:ext>
            </a:extLst>
          </p:cNvPr>
          <p:cNvSpPr txBox="1">
            <a:spLocks/>
          </p:cNvSpPr>
          <p:nvPr/>
        </p:nvSpPr>
        <p:spPr>
          <a:xfrm>
            <a:off x="4451873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84" name="Subtítulo 9">
            <a:extLst>
              <a:ext uri="{FF2B5EF4-FFF2-40B4-BE49-F238E27FC236}">
                <a16:creationId xmlns:a16="http://schemas.microsoft.com/office/drawing/2014/main" id="{E390CC9B-65FF-43AE-B937-8D8EBC44E732}"/>
              </a:ext>
            </a:extLst>
          </p:cNvPr>
          <p:cNvSpPr txBox="1">
            <a:spLocks/>
          </p:cNvSpPr>
          <p:nvPr/>
        </p:nvSpPr>
        <p:spPr>
          <a:xfrm>
            <a:off x="5285575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8" name="Imagem 87">
            <a:extLst>
              <a:ext uri="{FF2B5EF4-FFF2-40B4-BE49-F238E27FC236}">
                <a16:creationId xmlns:a16="http://schemas.microsoft.com/office/drawing/2014/main" id="{116879B6-3FDF-CF8D-7732-E170C97B8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3441319"/>
            <a:ext cx="1904948" cy="1880595"/>
          </a:xfrm>
          <a:prstGeom prst="rect">
            <a:avLst/>
          </a:prstGeom>
        </p:spPr>
      </p:pic>
      <p:sp>
        <p:nvSpPr>
          <p:cNvPr id="92" name="Subtítulo 9">
            <a:extLst>
              <a:ext uri="{FF2B5EF4-FFF2-40B4-BE49-F238E27FC236}">
                <a16:creationId xmlns:a16="http://schemas.microsoft.com/office/drawing/2014/main" id="{A0D95905-96E7-ED97-67D4-CA997B9C913B}"/>
              </a:ext>
            </a:extLst>
          </p:cNvPr>
          <p:cNvSpPr txBox="1">
            <a:spLocks/>
          </p:cNvSpPr>
          <p:nvPr/>
        </p:nvSpPr>
        <p:spPr>
          <a:xfrm>
            <a:off x="6438027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96" name="Subtítulo 9">
            <a:extLst>
              <a:ext uri="{FF2B5EF4-FFF2-40B4-BE49-F238E27FC236}">
                <a16:creationId xmlns:a16="http://schemas.microsoft.com/office/drawing/2014/main" id="{B93580C8-BF1F-AA4C-BFA7-BC61D410EFDB}"/>
              </a:ext>
            </a:extLst>
          </p:cNvPr>
          <p:cNvSpPr txBox="1">
            <a:spLocks/>
          </p:cNvSpPr>
          <p:nvPr/>
        </p:nvSpPr>
        <p:spPr>
          <a:xfrm>
            <a:off x="7268127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00" name="Subtítulo 9">
            <a:extLst>
              <a:ext uri="{FF2B5EF4-FFF2-40B4-BE49-F238E27FC236}">
                <a16:creationId xmlns:a16="http://schemas.microsoft.com/office/drawing/2014/main" id="{FC609056-055E-93AA-E959-59B38FA8D024}"/>
              </a:ext>
            </a:extLst>
          </p:cNvPr>
          <p:cNvSpPr txBox="1">
            <a:spLocks/>
          </p:cNvSpPr>
          <p:nvPr/>
        </p:nvSpPr>
        <p:spPr>
          <a:xfrm>
            <a:off x="6193011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04" name="Subtítulo 9">
            <a:extLst>
              <a:ext uri="{FF2B5EF4-FFF2-40B4-BE49-F238E27FC236}">
                <a16:creationId xmlns:a16="http://schemas.microsoft.com/office/drawing/2014/main" id="{6E6AEF51-B46D-F826-06BE-C1436F5C35AE}"/>
              </a:ext>
            </a:extLst>
          </p:cNvPr>
          <p:cNvSpPr txBox="1">
            <a:spLocks/>
          </p:cNvSpPr>
          <p:nvPr/>
        </p:nvSpPr>
        <p:spPr>
          <a:xfrm>
            <a:off x="6508756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08" name="Subtítulo 9">
            <a:extLst>
              <a:ext uri="{FF2B5EF4-FFF2-40B4-BE49-F238E27FC236}">
                <a16:creationId xmlns:a16="http://schemas.microsoft.com/office/drawing/2014/main" id="{647288BD-1554-81D2-8F77-82610659CADB}"/>
              </a:ext>
            </a:extLst>
          </p:cNvPr>
          <p:cNvSpPr txBox="1">
            <a:spLocks/>
          </p:cNvSpPr>
          <p:nvPr/>
        </p:nvSpPr>
        <p:spPr>
          <a:xfrm>
            <a:off x="7342458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112" name="Imagem 111">
            <a:extLst>
              <a:ext uri="{FF2B5EF4-FFF2-40B4-BE49-F238E27FC236}">
                <a16:creationId xmlns:a16="http://schemas.microsoft.com/office/drawing/2014/main" id="{5D91DBE7-D76C-C6C7-769C-AC26C2822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3441319"/>
            <a:ext cx="1904948" cy="1880595"/>
          </a:xfrm>
          <a:prstGeom prst="rect">
            <a:avLst/>
          </a:prstGeom>
        </p:spPr>
      </p:pic>
      <p:sp>
        <p:nvSpPr>
          <p:cNvPr id="116" name="Subtítulo 9">
            <a:extLst>
              <a:ext uri="{FF2B5EF4-FFF2-40B4-BE49-F238E27FC236}">
                <a16:creationId xmlns:a16="http://schemas.microsoft.com/office/drawing/2014/main" id="{3B6DE028-FC54-AE34-7E6B-8F516174834B}"/>
              </a:ext>
            </a:extLst>
          </p:cNvPr>
          <p:cNvSpPr txBox="1">
            <a:spLocks/>
          </p:cNvSpPr>
          <p:nvPr/>
        </p:nvSpPr>
        <p:spPr>
          <a:xfrm>
            <a:off x="8494910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20" name="Subtítulo 9">
            <a:extLst>
              <a:ext uri="{FF2B5EF4-FFF2-40B4-BE49-F238E27FC236}">
                <a16:creationId xmlns:a16="http://schemas.microsoft.com/office/drawing/2014/main" id="{D29908D7-8372-777A-B136-B4AD3B9DC84C}"/>
              </a:ext>
            </a:extLst>
          </p:cNvPr>
          <p:cNvSpPr txBox="1">
            <a:spLocks/>
          </p:cNvSpPr>
          <p:nvPr/>
        </p:nvSpPr>
        <p:spPr>
          <a:xfrm>
            <a:off x="9325010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23" name="Subtítulo 9">
            <a:extLst>
              <a:ext uri="{FF2B5EF4-FFF2-40B4-BE49-F238E27FC236}">
                <a16:creationId xmlns:a16="http://schemas.microsoft.com/office/drawing/2014/main" id="{BAF7A029-CC47-5BFC-C784-1DBB6E85CEEC}"/>
              </a:ext>
            </a:extLst>
          </p:cNvPr>
          <p:cNvSpPr txBox="1">
            <a:spLocks/>
          </p:cNvSpPr>
          <p:nvPr/>
        </p:nvSpPr>
        <p:spPr>
          <a:xfrm>
            <a:off x="8249894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25" name="Subtítulo 9">
            <a:extLst>
              <a:ext uri="{FF2B5EF4-FFF2-40B4-BE49-F238E27FC236}">
                <a16:creationId xmlns:a16="http://schemas.microsoft.com/office/drawing/2014/main" id="{1903DABD-E155-90BC-AC1C-C63102449847}"/>
              </a:ext>
            </a:extLst>
          </p:cNvPr>
          <p:cNvSpPr txBox="1">
            <a:spLocks/>
          </p:cNvSpPr>
          <p:nvPr/>
        </p:nvSpPr>
        <p:spPr>
          <a:xfrm>
            <a:off x="8565639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27" name="Subtítulo 9">
            <a:extLst>
              <a:ext uri="{FF2B5EF4-FFF2-40B4-BE49-F238E27FC236}">
                <a16:creationId xmlns:a16="http://schemas.microsoft.com/office/drawing/2014/main" id="{AEE0AF61-5D59-BF5E-8724-210632E48396}"/>
              </a:ext>
            </a:extLst>
          </p:cNvPr>
          <p:cNvSpPr txBox="1">
            <a:spLocks/>
          </p:cNvSpPr>
          <p:nvPr/>
        </p:nvSpPr>
        <p:spPr>
          <a:xfrm>
            <a:off x="9399341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53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937DD-CFA2-A9CB-3226-7145BF9EB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BCA6703D-1792-3502-A2B6-AD7DCBA98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1132709"/>
            <a:ext cx="1904948" cy="1880594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90FFAF84-6CB0-8792-3785-0ADDFF3526FE}"/>
              </a:ext>
            </a:extLst>
          </p:cNvPr>
          <p:cNvSpPr txBox="1">
            <a:spLocks/>
          </p:cNvSpPr>
          <p:nvPr/>
        </p:nvSpPr>
        <p:spPr>
          <a:xfrm>
            <a:off x="2324261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978512AD-CA55-D978-94F4-4A85E1863906}"/>
              </a:ext>
            </a:extLst>
          </p:cNvPr>
          <p:cNvSpPr txBox="1">
            <a:spLocks/>
          </p:cNvSpPr>
          <p:nvPr/>
        </p:nvSpPr>
        <p:spPr>
          <a:xfrm>
            <a:off x="3154361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6F354DD0-305E-7597-AD65-64FE96A6662D}"/>
              </a:ext>
            </a:extLst>
          </p:cNvPr>
          <p:cNvSpPr txBox="1">
            <a:spLocks/>
          </p:cNvSpPr>
          <p:nvPr/>
        </p:nvSpPr>
        <p:spPr>
          <a:xfrm>
            <a:off x="2079245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21A40FC7-50E9-721C-253C-178BA5DC89C6}"/>
              </a:ext>
            </a:extLst>
          </p:cNvPr>
          <p:cNvSpPr txBox="1">
            <a:spLocks/>
          </p:cNvSpPr>
          <p:nvPr/>
        </p:nvSpPr>
        <p:spPr>
          <a:xfrm>
            <a:off x="2394990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9B19CA1F-D365-234C-9E8A-91CF8F478306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4" name="Subtítulo 9">
            <a:extLst>
              <a:ext uri="{FF2B5EF4-FFF2-40B4-BE49-F238E27FC236}">
                <a16:creationId xmlns:a16="http://schemas.microsoft.com/office/drawing/2014/main" id="{101C2655-082F-A6A9-73CB-F509D64E2920}"/>
              </a:ext>
            </a:extLst>
          </p:cNvPr>
          <p:cNvSpPr txBox="1">
            <a:spLocks/>
          </p:cNvSpPr>
          <p:nvPr/>
        </p:nvSpPr>
        <p:spPr>
          <a:xfrm>
            <a:off x="3228692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79C46C2-7DDF-4F2B-347A-24CD10A63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1132709"/>
            <a:ext cx="1904948" cy="1880594"/>
          </a:xfrm>
          <a:prstGeom prst="rect">
            <a:avLst/>
          </a:prstGeom>
        </p:spPr>
      </p:pic>
      <p:sp>
        <p:nvSpPr>
          <p:cNvPr id="12" name="Subtítulo 9">
            <a:extLst>
              <a:ext uri="{FF2B5EF4-FFF2-40B4-BE49-F238E27FC236}">
                <a16:creationId xmlns:a16="http://schemas.microsoft.com/office/drawing/2014/main" id="{388B881E-3DC4-7781-CA71-C2BAF3789380}"/>
              </a:ext>
            </a:extLst>
          </p:cNvPr>
          <p:cNvSpPr txBox="1">
            <a:spLocks/>
          </p:cNvSpPr>
          <p:nvPr/>
        </p:nvSpPr>
        <p:spPr>
          <a:xfrm>
            <a:off x="4381144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" name="Subtítulo 9">
            <a:extLst>
              <a:ext uri="{FF2B5EF4-FFF2-40B4-BE49-F238E27FC236}">
                <a16:creationId xmlns:a16="http://schemas.microsoft.com/office/drawing/2014/main" id="{27308F23-9F6C-EB43-4F9D-3C9EACE078CB}"/>
              </a:ext>
            </a:extLst>
          </p:cNvPr>
          <p:cNvSpPr txBox="1">
            <a:spLocks/>
          </p:cNvSpPr>
          <p:nvPr/>
        </p:nvSpPr>
        <p:spPr>
          <a:xfrm>
            <a:off x="5211244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7" name="Subtítulo 9">
            <a:extLst>
              <a:ext uri="{FF2B5EF4-FFF2-40B4-BE49-F238E27FC236}">
                <a16:creationId xmlns:a16="http://schemas.microsoft.com/office/drawing/2014/main" id="{E1D0029B-4A40-BC99-07A9-0A3236A6E8FB}"/>
              </a:ext>
            </a:extLst>
          </p:cNvPr>
          <p:cNvSpPr txBox="1">
            <a:spLocks/>
          </p:cNvSpPr>
          <p:nvPr/>
        </p:nvSpPr>
        <p:spPr>
          <a:xfrm>
            <a:off x="4136128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9" name="Subtítulo 9">
            <a:extLst>
              <a:ext uri="{FF2B5EF4-FFF2-40B4-BE49-F238E27FC236}">
                <a16:creationId xmlns:a16="http://schemas.microsoft.com/office/drawing/2014/main" id="{EDBF86A1-476D-4977-8AEF-9EE23EE99109}"/>
              </a:ext>
            </a:extLst>
          </p:cNvPr>
          <p:cNvSpPr txBox="1">
            <a:spLocks/>
          </p:cNvSpPr>
          <p:nvPr/>
        </p:nvSpPr>
        <p:spPr>
          <a:xfrm>
            <a:off x="4451873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21" name="Subtítulo 9">
            <a:extLst>
              <a:ext uri="{FF2B5EF4-FFF2-40B4-BE49-F238E27FC236}">
                <a16:creationId xmlns:a16="http://schemas.microsoft.com/office/drawing/2014/main" id="{3DA8EA8F-2C73-3CF6-7B0B-FEAD356C62CF}"/>
              </a:ext>
            </a:extLst>
          </p:cNvPr>
          <p:cNvSpPr txBox="1">
            <a:spLocks/>
          </p:cNvSpPr>
          <p:nvPr/>
        </p:nvSpPr>
        <p:spPr>
          <a:xfrm>
            <a:off x="5285575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3C681BA1-2FE0-2626-E9B8-AE745E90B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1142702"/>
            <a:ext cx="1904948" cy="1880594"/>
          </a:xfrm>
          <a:prstGeom prst="rect">
            <a:avLst/>
          </a:prstGeom>
        </p:spPr>
      </p:pic>
      <p:sp>
        <p:nvSpPr>
          <p:cNvPr id="25" name="Subtítulo 9">
            <a:extLst>
              <a:ext uri="{FF2B5EF4-FFF2-40B4-BE49-F238E27FC236}">
                <a16:creationId xmlns:a16="http://schemas.microsoft.com/office/drawing/2014/main" id="{EDDD0DEC-0A65-77AE-97FA-690C67DA11CC}"/>
              </a:ext>
            </a:extLst>
          </p:cNvPr>
          <p:cNvSpPr txBox="1">
            <a:spLocks/>
          </p:cNvSpPr>
          <p:nvPr/>
        </p:nvSpPr>
        <p:spPr>
          <a:xfrm>
            <a:off x="6438027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BAFCD8D6-563C-D78A-BB33-7C3FFD779CE2}"/>
              </a:ext>
            </a:extLst>
          </p:cNvPr>
          <p:cNvSpPr txBox="1">
            <a:spLocks/>
          </p:cNvSpPr>
          <p:nvPr/>
        </p:nvSpPr>
        <p:spPr>
          <a:xfrm>
            <a:off x="7268127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1" name="Subtítulo 9">
            <a:extLst>
              <a:ext uri="{FF2B5EF4-FFF2-40B4-BE49-F238E27FC236}">
                <a16:creationId xmlns:a16="http://schemas.microsoft.com/office/drawing/2014/main" id="{461E4DEF-10CC-5E8C-A82B-80006BE86DC8}"/>
              </a:ext>
            </a:extLst>
          </p:cNvPr>
          <p:cNvSpPr txBox="1">
            <a:spLocks/>
          </p:cNvSpPr>
          <p:nvPr/>
        </p:nvSpPr>
        <p:spPr>
          <a:xfrm>
            <a:off x="6193011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35" name="Subtítulo 9">
            <a:extLst>
              <a:ext uri="{FF2B5EF4-FFF2-40B4-BE49-F238E27FC236}">
                <a16:creationId xmlns:a16="http://schemas.microsoft.com/office/drawing/2014/main" id="{4D0BBE65-B136-3CEA-1B08-2947C5382C76}"/>
              </a:ext>
            </a:extLst>
          </p:cNvPr>
          <p:cNvSpPr txBox="1">
            <a:spLocks/>
          </p:cNvSpPr>
          <p:nvPr/>
        </p:nvSpPr>
        <p:spPr>
          <a:xfrm>
            <a:off x="6508756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37" name="Subtítulo 9">
            <a:extLst>
              <a:ext uri="{FF2B5EF4-FFF2-40B4-BE49-F238E27FC236}">
                <a16:creationId xmlns:a16="http://schemas.microsoft.com/office/drawing/2014/main" id="{A07353AD-408F-D730-A27B-764B297E5C45}"/>
              </a:ext>
            </a:extLst>
          </p:cNvPr>
          <p:cNvSpPr txBox="1">
            <a:spLocks/>
          </p:cNvSpPr>
          <p:nvPr/>
        </p:nvSpPr>
        <p:spPr>
          <a:xfrm>
            <a:off x="7342458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CF417087-CFD4-13F6-4913-3927C4F33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1142702"/>
            <a:ext cx="1904948" cy="1880595"/>
          </a:xfrm>
          <a:prstGeom prst="rect">
            <a:avLst/>
          </a:prstGeom>
        </p:spPr>
      </p:pic>
      <p:sp>
        <p:nvSpPr>
          <p:cNvPr id="41" name="Subtítulo 9">
            <a:extLst>
              <a:ext uri="{FF2B5EF4-FFF2-40B4-BE49-F238E27FC236}">
                <a16:creationId xmlns:a16="http://schemas.microsoft.com/office/drawing/2014/main" id="{52087477-CB8B-DB97-0CDF-E2CC9DFB1C40}"/>
              </a:ext>
            </a:extLst>
          </p:cNvPr>
          <p:cNvSpPr txBox="1">
            <a:spLocks/>
          </p:cNvSpPr>
          <p:nvPr/>
        </p:nvSpPr>
        <p:spPr>
          <a:xfrm>
            <a:off x="8494910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3" name="Subtítulo 9">
            <a:extLst>
              <a:ext uri="{FF2B5EF4-FFF2-40B4-BE49-F238E27FC236}">
                <a16:creationId xmlns:a16="http://schemas.microsoft.com/office/drawing/2014/main" id="{6F50BC15-F74A-13F3-2391-C5B501475201}"/>
              </a:ext>
            </a:extLst>
          </p:cNvPr>
          <p:cNvSpPr txBox="1">
            <a:spLocks/>
          </p:cNvSpPr>
          <p:nvPr/>
        </p:nvSpPr>
        <p:spPr>
          <a:xfrm>
            <a:off x="9325010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C23FCBFF-97B5-926E-2978-5927B8E778E2}"/>
              </a:ext>
            </a:extLst>
          </p:cNvPr>
          <p:cNvSpPr txBox="1">
            <a:spLocks/>
          </p:cNvSpPr>
          <p:nvPr/>
        </p:nvSpPr>
        <p:spPr>
          <a:xfrm>
            <a:off x="8249894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51FEFE35-81CC-5CD7-0062-F9089F4B4603}"/>
              </a:ext>
            </a:extLst>
          </p:cNvPr>
          <p:cNvSpPr txBox="1">
            <a:spLocks/>
          </p:cNvSpPr>
          <p:nvPr/>
        </p:nvSpPr>
        <p:spPr>
          <a:xfrm>
            <a:off x="8565639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49" name="Subtítulo 9">
            <a:extLst>
              <a:ext uri="{FF2B5EF4-FFF2-40B4-BE49-F238E27FC236}">
                <a16:creationId xmlns:a16="http://schemas.microsoft.com/office/drawing/2014/main" id="{0F93CE58-3D01-D766-1838-3A295034AF0D}"/>
              </a:ext>
            </a:extLst>
          </p:cNvPr>
          <p:cNvSpPr txBox="1">
            <a:spLocks/>
          </p:cNvSpPr>
          <p:nvPr/>
        </p:nvSpPr>
        <p:spPr>
          <a:xfrm>
            <a:off x="9399341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12D7FA10-5F3D-0B2B-A3C5-9D2824F42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3431326"/>
            <a:ext cx="1904948" cy="1880594"/>
          </a:xfrm>
          <a:prstGeom prst="rect">
            <a:avLst/>
          </a:prstGeom>
        </p:spPr>
      </p:pic>
      <p:sp>
        <p:nvSpPr>
          <p:cNvPr id="53" name="Subtítulo 9">
            <a:extLst>
              <a:ext uri="{FF2B5EF4-FFF2-40B4-BE49-F238E27FC236}">
                <a16:creationId xmlns:a16="http://schemas.microsoft.com/office/drawing/2014/main" id="{9BD5C4FF-DBCF-87FD-E130-33B86C359B9A}"/>
              </a:ext>
            </a:extLst>
          </p:cNvPr>
          <p:cNvSpPr txBox="1">
            <a:spLocks/>
          </p:cNvSpPr>
          <p:nvPr/>
        </p:nvSpPr>
        <p:spPr>
          <a:xfrm>
            <a:off x="2324261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5" name="Subtítulo 9">
            <a:extLst>
              <a:ext uri="{FF2B5EF4-FFF2-40B4-BE49-F238E27FC236}">
                <a16:creationId xmlns:a16="http://schemas.microsoft.com/office/drawing/2014/main" id="{F64B952C-3BE0-0C4B-D5F3-DF35C5189296}"/>
              </a:ext>
            </a:extLst>
          </p:cNvPr>
          <p:cNvSpPr txBox="1">
            <a:spLocks/>
          </p:cNvSpPr>
          <p:nvPr/>
        </p:nvSpPr>
        <p:spPr>
          <a:xfrm>
            <a:off x="3154361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8" name="Subtítulo 9">
            <a:extLst>
              <a:ext uri="{FF2B5EF4-FFF2-40B4-BE49-F238E27FC236}">
                <a16:creationId xmlns:a16="http://schemas.microsoft.com/office/drawing/2014/main" id="{88855A13-AAEE-6390-CC02-2D02D92751A7}"/>
              </a:ext>
            </a:extLst>
          </p:cNvPr>
          <p:cNvSpPr txBox="1">
            <a:spLocks/>
          </p:cNvSpPr>
          <p:nvPr/>
        </p:nvSpPr>
        <p:spPr>
          <a:xfrm>
            <a:off x="2079245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FA0B1388-C0FA-88B0-6CEE-B435DFE95069}"/>
              </a:ext>
            </a:extLst>
          </p:cNvPr>
          <p:cNvSpPr txBox="1">
            <a:spLocks/>
          </p:cNvSpPr>
          <p:nvPr/>
        </p:nvSpPr>
        <p:spPr>
          <a:xfrm>
            <a:off x="2394990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65" name="Subtítulo 9">
            <a:extLst>
              <a:ext uri="{FF2B5EF4-FFF2-40B4-BE49-F238E27FC236}">
                <a16:creationId xmlns:a16="http://schemas.microsoft.com/office/drawing/2014/main" id="{438E4CEE-4EF5-2924-4F5E-6FA998B8CEEF}"/>
              </a:ext>
            </a:extLst>
          </p:cNvPr>
          <p:cNvSpPr txBox="1">
            <a:spLocks/>
          </p:cNvSpPr>
          <p:nvPr/>
        </p:nvSpPr>
        <p:spPr>
          <a:xfrm>
            <a:off x="3228692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67" name="Imagem 66">
            <a:extLst>
              <a:ext uri="{FF2B5EF4-FFF2-40B4-BE49-F238E27FC236}">
                <a16:creationId xmlns:a16="http://schemas.microsoft.com/office/drawing/2014/main" id="{FA1CDE2B-BFA2-D647-3D1C-EEBB305C8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3431326"/>
            <a:ext cx="1904948" cy="1880594"/>
          </a:xfrm>
          <a:prstGeom prst="rect">
            <a:avLst/>
          </a:prstGeom>
        </p:spPr>
      </p:pic>
      <p:sp>
        <p:nvSpPr>
          <p:cNvPr id="69" name="Subtítulo 9">
            <a:extLst>
              <a:ext uri="{FF2B5EF4-FFF2-40B4-BE49-F238E27FC236}">
                <a16:creationId xmlns:a16="http://schemas.microsoft.com/office/drawing/2014/main" id="{B6A90FCC-D522-7EFC-E1C8-E297691FD3C2}"/>
              </a:ext>
            </a:extLst>
          </p:cNvPr>
          <p:cNvSpPr txBox="1">
            <a:spLocks/>
          </p:cNvSpPr>
          <p:nvPr/>
        </p:nvSpPr>
        <p:spPr>
          <a:xfrm>
            <a:off x="4381144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71" name="Subtítulo 9">
            <a:extLst>
              <a:ext uri="{FF2B5EF4-FFF2-40B4-BE49-F238E27FC236}">
                <a16:creationId xmlns:a16="http://schemas.microsoft.com/office/drawing/2014/main" id="{4DBCB8CF-5376-4D69-9927-D3B316AE6C86}"/>
              </a:ext>
            </a:extLst>
          </p:cNvPr>
          <p:cNvSpPr txBox="1">
            <a:spLocks/>
          </p:cNvSpPr>
          <p:nvPr/>
        </p:nvSpPr>
        <p:spPr>
          <a:xfrm>
            <a:off x="5211244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0110ABCE-3A17-5385-D4F2-948B88C29BD2}"/>
              </a:ext>
            </a:extLst>
          </p:cNvPr>
          <p:cNvSpPr txBox="1">
            <a:spLocks/>
          </p:cNvSpPr>
          <p:nvPr/>
        </p:nvSpPr>
        <p:spPr>
          <a:xfrm>
            <a:off x="4136128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80" name="Subtítulo 9">
            <a:extLst>
              <a:ext uri="{FF2B5EF4-FFF2-40B4-BE49-F238E27FC236}">
                <a16:creationId xmlns:a16="http://schemas.microsoft.com/office/drawing/2014/main" id="{AE9D2CBF-99FD-8F26-ED04-F38A1C830633}"/>
              </a:ext>
            </a:extLst>
          </p:cNvPr>
          <p:cNvSpPr txBox="1">
            <a:spLocks/>
          </p:cNvSpPr>
          <p:nvPr/>
        </p:nvSpPr>
        <p:spPr>
          <a:xfrm>
            <a:off x="4451873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84" name="Subtítulo 9">
            <a:extLst>
              <a:ext uri="{FF2B5EF4-FFF2-40B4-BE49-F238E27FC236}">
                <a16:creationId xmlns:a16="http://schemas.microsoft.com/office/drawing/2014/main" id="{9BE13FF6-AD53-F3F0-CB42-A493460EA3D3}"/>
              </a:ext>
            </a:extLst>
          </p:cNvPr>
          <p:cNvSpPr txBox="1">
            <a:spLocks/>
          </p:cNvSpPr>
          <p:nvPr/>
        </p:nvSpPr>
        <p:spPr>
          <a:xfrm>
            <a:off x="5285575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8" name="Imagem 87">
            <a:extLst>
              <a:ext uri="{FF2B5EF4-FFF2-40B4-BE49-F238E27FC236}">
                <a16:creationId xmlns:a16="http://schemas.microsoft.com/office/drawing/2014/main" id="{517513DA-9306-479A-5E96-B7434BD918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3441319"/>
            <a:ext cx="1904948" cy="1880594"/>
          </a:xfrm>
          <a:prstGeom prst="rect">
            <a:avLst/>
          </a:prstGeom>
        </p:spPr>
      </p:pic>
      <p:sp>
        <p:nvSpPr>
          <p:cNvPr id="92" name="Subtítulo 9">
            <a:extLst>
              <a:ext uri="{FF2B5EF4-FFF2-40B4-BE49-F238E27FC236}">
                <a16:creationId xmlns:a16="http://schemas.microsoft.com/office/drawing/2014/main" id="{4C0ED576-30C5-A7D6-D4D4-A576380E0634}"/>
              </a:ext>
            </a:extLst>
          </p:cNvPr>
          <p:cNvSpPr txBox="1">
            <a:spLocks/>
          </p:cNvSpPr>
          <p:nvPr/>
        </p:nvSpPr>
        <p:spPr>
          <a:xfrm>
            <a:off x="6438027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96" name="Subtítulo 9">
            <a:extLst>
              <a:ext uri="{FF2B5EF4-FFF2-40B4-BE49-F238E27FC236}">
                <a16:creationId xmlns:a16="http://schemas.microsoft.com/office/drawing/2014/main" id="{DF04A61B-4A19-509F-BC1E-C2A91FC6CC20}"/>
              </a:ext>
            </a:extLst>
          </p:cNvPr>
          <p:cNvSpPr txBox="1">
            <a:spLocks/>
          </p:cNvSpPr>
          <p:nvPr/>
        </p:nvSpPr>
        <p:spPr>
          <a:xfrm>
            <a:off x="7268127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00" name="Subtítulo 9">
            <a:extLst>
              <a:ext uri="{FF2B5EF4-FFF2-40B4-BE49-F238E27FC236}">
                <a16:creationId xmlns:a16="http://schemas.microsoft.com/office/drawing/2014/main" id="{208E4C60-DE80-F55F-0C12-6765A875720C}"/>
              </a:ext>
            </a:extLst>
          </p:cNvPr>
          <p:cNvSpPr txBox="1">
            <a:spLocks/>
          </p:cNvSpPr>
          <p:nvPr/>
        </p:nvSpPr>
        <p:spPr>
          <a:xfrm>
            <a:off x="6193011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04" name="Subtítulo 9">
            <a:extLst>
              <a:ext uri="{FF2B5EF4-FFF2-40B4-BE49-F238E27FC236}">
                <a16:creationId xmlns:a16="http://schemas.microsoft.com/office/drawing/2014/main" id="{D01F3DE5-AFAD-282D-B58A-100E8CC766AF}"/>
              </a:ext>
            </a:extLst>
          </p:cNvPr>
          <p:cNvSpPr txBox="1">
            <a:spLocks/>
          </p:cNvSpPr>
          <p:nvPr/>
        </p:nvSpPr>
        <p:spPr>
          <a:xfrm>
            <a:off x="6508756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08" name="Subtítulo 9">
            <a:extLst>
              <a:ext uri="{FF2B5EF4-FFF2-40B4-BE49-F238E27FC236}">
                <a16:creationId xmlns:a16="http://schemas.microsoft.com/office/drawing/2014/main" id="{CEC5F574-4409-4AD6-3B2A-90BBFACFE561}"/>
              </a:ext>
            </a:extLst>
          </p:cNvPr>
          <p:cNvSpPr txBox="1">
            <a:spLocks/>
          </p:cNvSpPr>
          <p:nvPr/>
        </p:nvSpPr>
        <p:spPr>
          <a:xfrm>
            <a:off x="7342458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112" name="Imagem 111">
            <a:extLst>
              <a:ext uri="{FF2B5EF4-FFF2-40B4-BE49-F238E27FC236}">
                <a16:creationId xmlns:a16="http://schemas.microsoft.com/office/drawing/2014/main" id="{77EDC339-308B-86B2-5BE0-20034D5A7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3441319"/>
            <a:ext cx="1904948" cy="1880594"/>
          </a:xfrm>
          <a:prstGeom prst="rect">
            <a:avLst/>
          </a:prstGeom>
        </p:spPr>
      </p:pic>
      <p:sp>
        <p:nvSpPr>
          <p:cNvPr id="116" name="Subtítulo 9">
            <a:extLst>
              <a:ext uri="{FF2B5EF4-FFF2-40B4-BE49-F238E27FC236}">
                <a16:creationId xmlns:a16="http://schemas.microsoft.com/office/drawing/2014/main" id="{0C4A6EDF-D9F5-C20C-2E6C-8C8C48563533}"/>
              </a:ext>
            </a:extLst>
          </p:cNvPr>
          <p:cNvSpPr txBox="1">
            <a:spLocks/>
          </p:cNvSpPr>
          <p:nvPr/>
        </p:nvSpPr>
        <p:spPr>
          <a:xfrm>
            <a:off x="8494910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20" name="Subtítulo 9">
            <a:extLst>
              <a:ext uri="{FF2B5EF4-FFF2-40B4-BE49-F238E27FC236}">
                <a16:creationId xmlns:a16="http://schemas.microsoft.com/office/drawing/2014/main" id="{84694C60-820D-64F0-C398-B7ED1385B33E}"/>
              </a:ext>
            </a:extLst>
          </p:cNvPr>
          <p:cNvSpPr txBox="1">
            <a:spLocks/>
          </p:cNvSpPr>
          <p:nvPr/>
        </p:nvSpPr>
        <p:spPr>
          <a:xfrm>
            <a:off x="9325010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23" name="Subtítulo 9">
            <a:extLst>
              <a:ext uri="{FF2B5EF4-FFF2-40B4-BE49-F238E27FC236}">
                <a16:creationId xmlns:a16="http://schemas.microsoft.com/office/drawing/2014/main" id="{A3D35856-CA90-E41F-0FE1-FD95ED4DDDBC}"/>
              </a:ext>
            </a:extLst>
          </p:cNvPr>
          <p:cNvSpPr txBox="1">
            <a:spLocks/>
          </p:cNvSpPr>
          <p:nvPr/>
        </p:nvSpPr>
        <p:spPr>
          <a:xfrm>
            <a:off x="8249894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25" name="Subtítulo 9">
            <a:extLst>
              <a:ext uri="{FF2B5EF4-FFF2-40B4-BE49-F238E27FC236}">
                <a16:creationId xmlns:a16="http://schemas.microsoft.com/office/drawing/2014/main" id="{44C6099C-50B8-BB0A-0BED-CF62C952DAF7}"/>
              </a:ext>
            </a:extLst>
          </p:cNvPr>
          <p:cNvSpPr txBox="1">
            <a:spLocks/>
          </p:cNvSpPr>
          <p:nvPr/>
        </p:nvSpPr>
        <p:spPr>
          <a:xfrm>
            <a:off x="8565639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27" name="Subtítulo 9">
            <a:extLst>
              <a:ext uri="{FF2B5EF4-FFF2-40B4-BE49-F238E27FC236}">
                <a16:creationId xmlns:a16="http://schemas.microsoft.com/office/drawing/2014/main" id="{31CAE6CF-C12A-9C05-995A-DCC0A268B4BA}"/>
              </a:ext>
            </a:extLst>
          </p:cNvPr>
          <p:cNvSpPr txBox="1">
            <a:spLocks/>
          </p:cNvSpPr>
          <p:nvPr/>
        </p:nvSpPr>
        <p:spPr>
          <a:xfrm>
            <a:off x="9399341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080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9A675-C5B0-5A96-E5A4-5E1FB017A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50746E29-FA38-7933-8DF1-5FBD95D66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1132709"/>
            <a:ext cx="1904947" cy="1880594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5185EB2D-912F-B0C1-7031-43F25D9B5F89}"/>
              </a:ext>
            </a:extLst>
          </p:cNvPr>
          <p:cNvSpPr txBox="1">
            <a:spLocks/>
          </p:cNvSpPr>
          <p:nvPr/>
        </p:nvSpPr>
        <p:spPr>
          <a:xfrm>
            <a:off x="2324261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3765A8F9-A227-3111-C8D8-5EE0BBB2421D}"/>
              </a:ext>
            </a:extLst>
          </p:cNvPr>
          <p:cNvSpPr txBox="1">
            <a:spLocks/>
          </p:cNvSpPr>
          <p:nvPr/>
        </p:nvSpPr>
        <p:spPr>
          <a:xfrm>
            <a:off x="3154361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B4F3B77B-4507-DCB0-D285-43D39F65AF8B}"/>
              </a:ext>
            </a:extLst>
          </p:cNvPr>
          <p:cNvSpPr txBox="1">
            <a:spLocks/>
          </p:cNvSpPr>
          <p:nvPr/>
        </p:nvSpPr>
        <p:spPr>
          <a:xfrm>
            <a:off x="2079245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041E35EE-BD5D-6E82-480A-F4F63ED0BCF5}"/>
              </a:ext>
            </a:extLst>
          </p:cNvPr>
          <p:cNvSpPr txBox="1">
            <a:spLocks/>
          </p:cNvSpPr>
          <p:nvPr/>
        </p:nvSpPr>
        <p:spPr>
          <a:xfrm>
            <a:off x="2394990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F069E200-FC99-BFDE-1BEC-047FFBE15B17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4" name="Subtítulo 9">
            <a:extLst>
              <a:ext uri="{FF2B5EF4-FFF2-40B4-BE49-F238E27FC236}">
                <a16:creationId xmlns:a16="http://schemas.microsoft.com/office/drawing/2014/main" id="{211CA913-810C-3B7D-1BB9-82BE4545D22D}"/>
              </a:ext>
            </a:extLst>
          </p:cNvPr>
          <p:cNvSpPr txBox="1">
            <a:spLocks/>
          </p:cNvSpPr>
          <p:nvPr/>
        </p:nvSpPr>
        <p:spPr>
          <a:xfrm>
            <a:off x="3228692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3BA37DA-4632-3B22-96E6-890B43CB7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1132709"/>
            <a:ext cx="1904947" cy="1880594"/>
          </a:xfrm>
          <a:prstGeom prst="rect">
            <a:avLst/>
          </a:prstGeom>
        </p:spPr>
      </p:pic>
      <p:sp>
        <p:nvSpPr>
          <p:cNvPr id="12" name="Subtítulo 9">
            <a:extLst>
              <a:ext uri="{FF2B5EF4-FFF2-40B4-BE49-F238E27FC236}">
                <a16:creationId xmlns:a16="http://schemas.microsoft.com/office/drawing/2014/main" id="{81FB9A24-20DF-1AA4-DC1C-35F4A414199B}"/>
              </a:ext>
            </a:extLst>
          </p:cNvPr>
          <p:cNvSpPr txBox="1">
            <a:spLocks/>
          </p:cNvSpPr>
          <p:nvPr/>
        </p:nvSpPr>
        <p:spPr>
          <a:xfrm>
            <a:off x="4381144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" name="Subtítulo 9">
            <a:extLst>
              <a:ext uri="{FF2B5EF4-FFF2-40B4-BE49-F238E27FC236}">
                <a16:creationId xmlns:a16="http://schemas.microsoft.com/office/drawing/2014/main" id="{4DF7CAC8-2476-3504-506B-148C8E63EDF0}"/>
              </a:ext>
            </a:extLst>
          </p:cNvPr>
          <p:cNvSpPr txBox="1">
            <a:spLocks/>
          </p:cNvSpPr>
          <p:nvPr/>
        </p:nvSpPr>
        <p:spPr>
          <a:xfrm>
            <a:off x="5211244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7" name="Subtítulo 9">
            <a:extLst>
              <a:ext uri="{FF2B5EF4-FFF2-40B4-BE49-F238E27FC236}">
                <a16:creationId xmlns:a16="http://schemas.microsoft.com/office/drawing/2014/main" id="{96D9C95C-7019-1D5E-5BC7-7DA9EF029DE7}"/>
              </a:ext>
            </a:extLst>
          </p:cNvPr>
          <p:cNvSpPr txBox="1">
            <a:spLocks/>
          </p:cNvSpPr>
          <p:nvPr/>
        </p:nvSpPr>
        <p:spPr>
          <a:xfrm>
            <a:off x="4136128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9" name="Subtítulo 9">
            <a:extLst>
              <a:ext uri="{FF2B5EF4-FFF2-40B4-BE49-F238E27FC236}">
                <a16:creationId xmlns:a16="http://schemas.microsoft.com/office/drawing/2014/main" id="{AE1DC6C1-66B9-2FD6-E668-148578A28533}"/>
              </a:ext>
            </a:extLst>
          </p:cNvPr>
          <p:cNvSpPr txBox="1">
            <a:spLocks/>
          </p:cNvSpPr>
          <p:nvPr/>
        </p:nvSpPr>
        <p:spPr>
          <a:xfrm>
            <a:off x="4451873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21" name="Subtítulo 9">
            <a:extLst>
              <a:ext uri="{FF2B5EF4-FFF2-40B4-BE49-F238E27FC236}">
                <a16:creationId xmlns:a16="http://schemas.microsoft.com/office/drawing/2014/main" id="{C088F7B5-E479-4BEC-5EBD-F6058BF7AB9D}"/>
              </a:ext>
            </a:extLst>
          </p:cNvPr>
          <p:cNvSpPr txBox="1">
            <a:spLocks/>
          </p:cNvSpPr>
          <p:nvPr/>
        </p:nvSpPr>
        <p:spPr>
          <a:xfrm>
            <a:off x="5285575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25710767-4E66-3690-DF0E-E327DF914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1142702"/>
            <a:ext cx="1904947" cy="1880594"/>
          </a:xfrm>
          <a:prstGeom prst="rect">
            <a:avLst/>
          </a:prstGeom>
        </p:spPr>
      </p:pic>
      <p:sp>
        <p:nvSpPr>
          <p:cNvPr id="25" name="Subtítulo 9">
            <a:extLst>
              <a:ext uri="{FF2B5EF4-FFF2-40B4-BE49-F238E27FC236}">
                <a16:creationId xmlns:a16="http://schemas.microsoft.com/office/drawing/2014/main" id="{8EAA21FE-3E95-D93A-0E2F-F949546BF2EF}"/>
              </a:ext>
            </a:extLst>
          </p:cNvPr>
          <p:cNvSpPr txBox="1">
            <a:spLocks/>
          </p:cNvSpPr>
          <p:nvPr/>
        </p:nvSpPr>
        <p:spPr>
          <a:xfrm>
            <a:off x="6438027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50946C6D-2C40-C156-E8A9-F9BC875F0737}"/>
              </a:ext>
            </a:extLst>
          </p:cNvPr>
          <p:cNvSpPr txBox="1">
            <a:spLocks/>
          </p:cNvSpPr>
          <p:nvPr/>
        </p:nvSpPr>
        <p:spPr>
          <a:xfrm>
            <a:off x="7268127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1" name="Subtítulo 9">
            <a:extLst>
              <a:ext uri="{FF2B5EF4-FFF2-40B4-BE49-F238E27FC236}">
                <a16:creationId xmlns:a16="http://schemas.microsoft.com/office/drawing/2014/main" id="{5CFCD62C-FFD8-A148-322E-02619BE3886E}"/>
              </a:ext>
            </a:extLst>
          </p:cNvPr>
          <p:cNvSpPr txBox="1">
            <a:spLocks/>
          </p:cNvSpPr>
          <p:nvPr/>
        </p:nvSpPr>
        <p:spPr>
          <a:xfrm>
            <a:off x="6193011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35" name="Subtítulo 9">
            <a:extLst>
              <a:ext uri="{FF2B5EF4-FFF2-40B4-BE49-F238E27FC236}">
                <a16:creationId xmlns:a16="http://schemas.microsoft.com/office/drawing/2014/main" id="{2B7D8E0F-DEAE-5B32-8484-EAD3A188A7F6}"/>
              </a:ext>
            </a:extLst>
          </p:cNvPr>
          <p:cNvSpPr txBox="1">
            <a:spLocks/>
          </p:cNvSpPr>
          <p:nvPr/>
        </p:nvSpPr>
        <p:spPr>
          <a:xfrm>
            <a:off x="6508756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37" name="Subtítulo 9">
            <a:extLst>
              <a:ext uri="{FF2B5EF4-FFF2-40B4-BE49-F238E27FC236}">
                <a16:creationId xmlns:a16="http://schemas.microsoft.com/office/drawing/2014/main" id="{5BD3E75B-EE0D-FBF1-F0E1-34445DB1F628}"/>
              </a:ext>
            </a:extLst>
          </p:cNvPr>
          <p:cNvSpPr txBox="1">
            <a:spLocks/>
          </p:cNvSpPr>
          <p:nvPr/>
        </p:nvSpPr>
        <p:spPr>
          <a:xfrm>
            <a:off x="7342458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2A6BC3FE-CE29-C909-BD8B-DDF24ED2A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1142702"/>
            <a:ext cx="1904948" cy="1880594"/>
          </a:xfrm>
          <a:prstGeom prst="rect">
            <a:avLst/>
          </a:prstGeom>
        </p:spPr>
      </p:pic>
      <p:sp>
        <p:nvSpPr>
          <p:cNvPr id="41" name="Subtítulo 9">
            <a:extLst>
              <a:ext uri="{FF2B5EF4-FFF2-40B4-BE49-F238E27FC236}">
                <a16:creationId xmlns:a16="http://schemas.microsoft.com/office/drawing/2014/main" id="{38CE1861-16C3-4C1D-1B3B-7E3C6D8CFEF0}"/>
              </a:ext>
            </a:extLst>
          </p:cNvPr>
          <p:cNvSpPr txBox="1">
            <a:spLocks/>
          </p:cNvSpPr>
          <p:nvPr/>
        </p:nvSpPr>
        <p:spPr>
          <a:xfrm>
            <a:off x="8494910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3" name="Subtítulo 9">
            <a:extLst>
              <a:ext uri="{FF2B5EF4-FFF2-40B4-BE49-F238E27FC236}">
                <a16:creationId xmlns:a16="http://schemas.microsoft.com/office/drawing/2014/main" id="{226E650C-1799-09FD-B8DB-705A19377D28}"/>
              </a:ext>
            </a:extLst>
          </p:cNvPr>
          <p:cNvSpPr txBox="1">
            <a:spLocks/>
          </p:cNvSpPr>
          <p:nvPr/>
        </p:nvSpPr>
        <p:spPr>
          <a:xfrm>
            <a:off x="9325010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7213A00E-0528-8B79-3D3A-8DCFCF86CD54}"/>
              </a:ext>
            </a:extLst>
          </p:cNvPr>
          <p:cNvSpPr txBox="1">
            <a:spLocks/>
          </p:cNvSpPr>
          <p:nvPr/>
        </p:nvSpPr>
        <p:spPr>
          <a:xfrm>
            <a:off x="8249894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01FE1EAC-773B-DEA9-B0E9-C431FFD57EEA}"/>
              </a:ext>
            </a:extLst>
          </p:cNvPr>
          <p:cNvSpPr txBox="1">
            <a:spLocks/>
          </p:cNvSpPr>
          <p:nvPr/>
        </p:nvSpPr>
        <p:spPr>
          <a:xfrm>
            <a:off x="8565639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49" name="Subtítulo 9">
            <a:extLst>
              <a:ext uri="{FF2B5EF4-FFF2-40B4-BE49-F238E27FC236}">
                <a16:creationId xmlns:a16="http://schemas.microsoft.com/office/drawing/2014/main" id="{A07CEE9D-063E-D5B8-7020-1F158947F0B8}"/>
              </a:ext>
            </a:extLst>
          </p:cNvPr>
          <p:cNvSpPr txBox="1">
            <a:spLocks/>
          </p:cNvSpPr>
          <p:nvPr/>
        </p:nvSpPr>
        <p:spPr>
          <a:xfrm>
            <a:off x="9399341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A4E0E70E-E258-AACA-0487-55E23B6A88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3431326"/>
            <a:ext cx="1904947" cy="1880594"/>
          </a:xfrm>
          <a:prstGeom prst="rect">
            <a:avLst/>
          </a:prstGeom>
        </p:spPr>
      </p:pic>
      <p:sp>
        <p:nvSpPr>
          <p:cNvPr id="53" name="Subtítulo 9">
            <a:extLst>
              <a:ext uri="{FF2B5EF4-FFF2-40B4-BE49-F238E27FC236}">
                <a16:creationId xmlns:a16="http://schemas.microsoft.com/office/drawing/2014/main" id="{3A3FB840-4352-D2D9-80CF-E0BE68FD1F4D}"/>
              </a:ext>
            </a:extLst>
          </p:cNvPr>
          <p:cNvSpPr txBox="1">
            <a:spLocks/>
          </p:cNvSpPr>
          <p:nvPr/>
        </p:nvSpPr>
        <p:spPr>
          <a:xfrm>
            <a:off x="2324261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5" name="Subtítulo 9">
            <a:extLst>
              <a:ext uri="{FF2B5EF4-FFF2-40B4-BE49-F238E27FC236}">
                <a16:creationId xmlns:a16="http://schemas.microsoft.com/office/drawing/2014/main" id="{A1514CB0-7E79-3916-45A1-8993905D3FAC}"/>
              </a:ext>
            </a:extLst>
          </p:cNvPr>
          <p:cNvSpPr txBox="1">
            <a:spLocks/>
          </p:cNvSpPr>
          <p:nvPr/>
        </p:nvSpPr>
        <p:spPr>
          <a:xfrm>
            <a:off x="3154361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8" name="Subtítulo 9">
            <a:extLst>
              <a:ext uri="{FF2B5EF4-FFF2-40B4-BE49-F238E27FC236}">
                <a16:creationId xmlns:a16="http://schemas.microsoft.com/office/drawing/2014/main" id="{AE56F17F-D209-FB6D-3C2E-C740451340D1}"/>
              </a:ext>
            </a:extLst>
          </p:cNvPr>
          <p:cNvSpPr txBox="1">
            <a:spLocks/>
          </p:cNvSpPr>
          <p:nvPr/>
        </p:nvSpPr>
        <p:spPr>
          <a:xfrm>
            <a:off x="2079245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2B4B99CC-D174-901A-A38D-B6C438338785}"/>
              </a:ext>
            </a:extLst>
          </p:cNvPr>
          <p:cNvSpPr txBox="1">
            <a:spLocks/>
          </p:cNvSpPr>
          <p:nvPr/>
        </p:nvSpPr>
        <p:spPr>
          <a:xfrm>
            <a:off x="2394990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65" name="Subtítulo 9">
            <a:extLst>
              <a:ext uri="{FF2B5EF4-FFF2-40B4-BE49-F238E27FC236}">
                <a16:creationId xmlns:a16="http://schemas.microsoft.com/office/drawing/2014/main" id="{E3F10FCF-CB5D-67AE-6FB4-C60892BF3261}"/>
              </a:ext>
            </a:extLst>
          </p:cNvPr>
          <p:cNvSpPr txBox="1">
            <a:spLocks/>
          </p:cNvSpPr>
          <p:nvPr/>
        </p:nvSpPr>
        <p:spPr>
          <a:xfrm>
            <a:off x="3228692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67" name="Imagem 66">
            <a:extLst>
              <a:ext uri="{FF2B5EF4-FFF2-40B4-BE49-F238E27FC236}">
                <a16:creationId xmlns:a16="http://schemas.microsoft.com/office/drawing/2014/main" id="{02C2E822-C0AD-79E5-A2DB-D455AE1E6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3431326"/>
            <a:ext cx="1904947" cy="1880594"/>
          </a:xfrm>
          <a:prstGeom prst="rect">
            <a:avLst/>
          </a:prstGeom>
        </p:spPr>
      </p:pic>
      <p:sp>
        <p:nvSpPr>
          <p:cNvPr id="69" name="Subtítulo 9">
            <a:extLst>
              <a:ext uri="{FF2B5EF4-FFF2-40B4-BE49-F238E27FC236}">
                <a16:creationId xmlns:a16="http://schemas.microsoft.com/office/drawing/2014/main" id="{979CEC74-51FB-3BB4-6ECC-3BB1A2F58916}"/>
              </a:ext>
            </a:extLst>
          </p:cNvPr>
          <p:cNvSpPr txBox="1">
            <a:spLocks/>
          </p:cNvSpPr>
          <p:nvPr/>
        </p:nvSpPr>
        <p:spPr>
          <a:xfrm>
            <a:off x="4381144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71" name="Subtítulo 9">
            <a:extLst>
              <a:ext uri="{FF2B5EF4-FFF2-40B4-BE49-F238E27FC236}">
                <a16:creationId xmlns:a16="http://schemas.microsoft.com/office/drawing/2014/main" id="{E643BC6E-0909-77F4-FEBA-C0DB64719573}"/>
              </a:ext>
            </a:extLst>
          </p:cNvPr>
          <p:cNvSpPr txBox="1">
            <a:spLocks/>
          </p:cNvSpPr>
          <p:nvPr/>
        </p:nvSpPr>
        <p:spPr>
          <a:xfrm>
            <a:off x="5211244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3348B820-09FF-39E4-175C-BF927FA2CB5F}"/>
              </a:ext>
            </a:extLst>
          </p:cNvPr>
          <p:cNvSpPr txBox="1">
            <a:spLocks/>
          </p:cNvSpPr>
          <p:nvPr/>
        </p:nvSpPr>
        <p:spPr>
          <a:xfrm>
            <a:off x="4136128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80" name="Subtítulo 9">
            <a:extLst>
              <a:ext uri="{FF2B5EF4-FFF2-40B4-BE49-F238E27FC236}">
                <a16:creationId xmlns:a16="http://schemas.microsoft.com/office/drawing/2014/main" id="{29FE3716-7F42-83D4-5F46-8005ADB4C720}"/>
              </a:ext>
            </a:extLst>
          </p:cNvPr>
          <p:cNvSpPr txBox="1">
            <a:spLocks/>
          </p:cNvSpPr>
          <p:nvPr/>
        </p:nvSpPr>
        <p:spPr>
          <a:xfrm>
            <a:off x="4451873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84" name="Subtítulo 9">
            <a:extLst>
              <a:ext uri="{FF2B5EF4-FFF2-40B4-BE49-F238E27FC236}">
                <a16:creationId xmlns:a16="http://schemas.microsoft.com/office/drawing/2014/main" id="{2BA2C190-07F2-70C7-351D-9CADC52BF933}"/>
              </a:ext>
            </a:extLst>
          </p:cNvPr>
          <p:cNvSpPr txBox="1">
            <a:spLocks/>
          </p:cNvSpPr>
          <p:nvPr/>
        </p:nvSpPr>
        <p:spPr>
          <a:xfrm>
            <a:off x="5285575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8" name="Imagem 87">
            <a:extLst>
              <a:ext uri="{FF2B5EF4-FFF2-40B4-BE49-F238E27FC236}">
                <a16:creationId xmlns:a16="http://schemas.microsoft.com/office/drawing/2014/main" id="{6CE08EBD-104C-815B-1CEC-04CBC74C4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3441319"/>
            <a:ext cx="1904947" cy="1880594"/>
          </a:xfrm>
          <a:prstGeom prst="rect">
            <a:avLst/>
          </a:prstGeom>
        </p:spPr>
      </p:pic>
      <p:sp>
        <p:nvSpPr>
          <p:cNvPr id="92" name="Subtítulo 9">
            <a:extLst>
              <a:ext uri="{FF2B5EF4-FFF2-40B4-BE49-F238E27FC236}">
                <a16:creationId xmlns:a16="http://schemas.microsoft.com/office/drawing/2014/main" id="{E0C5F868-2F19-8E6E-2107-66B2E6855BF4}"/>
              </a:ext>
            </a:extLst>
          </p:cNvPr>
          <p:cNvSpPr txBox="1">
            <a:spLocks/>
          </p:cNvSpPr>
          <p:nvPr/>
        </p:nvSpPr>
        <p:spPr>
          <a:xfrm>
            <a:off x="6438027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96" name="Subtítulo 9">
            <a:extLst>
              <a:ext uri="{FF2B5EF4-FFF2-40B4-BE49-F238E27FC236}">
                <a16:creationId xmlns:a16="http://schemas.microsoft.com/office/drawing/2014/main" id="{82DA3E02-C5F2-9EDC-52E6-10A16E686483}"/>
              </a:ext>
            </a:extLst>
          </p:cNvPr>
          <p:cNvSpPr txBox="1">
            <a:spLocks/>
          </p:cNvSpPr>
          <p:nvPr/>
        </p:nvSpPr>
        <p:spPr>
          <a:xfrm>
            <a:off x="7268127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00" name="Subtítulo 9">
            <a:extLst>
              <a:ext uri="{FF2B5EF4-FFF2-40B4-BE49-F238E27FC236}">
                <a16:creationId xmlns:a16="http://schemas.microsoft.com/office/drawing/2014/main" id="{C160B093-1B96-57A9-81EA-46745E131183}"/>
              </a:ext>
            </a:extLst>
          </p:cNvPr>
          <p:cNvSpPr txBox="1">
            <a:spLocks/>
          </p:cNvSpPr>
          <p:nvPr/>
        </p:nvSpPr>
        <p:spPr>
          <a:xfrm>
            <a:off x="6193011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04" name="Subtítulo 9">
            <a:extLst>
              <a:ext uri="{FF2B5EF4-FFF2-40B4-BE49-F238E27FC236}">
                <a16:creationId xmlns:a16="http://schemas.microsoft.com/office/drawing/2014/main" id="{D561957B-B9D3-6065-D86B-9619EA73820C}"/>
              </a:ext>
            </a:extLst>
          </p:cNvPr>
          <p:cNvSpPr txBox="1">
            <a:spLocks/>
          </p:cNvSpPr>
          <p:nvPr/>
        </p:nvSpPr>
        <p:spPr>
          <a:xfrm>
            <a:off x="6508756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08" name="Subtítulo 9">
            <a:extLst>
              <a:ext uri="{FF2B5EF4-FFF2-40B4-BE49-F238E27FC236}">
                <a16:creationId xmlns:a16="http://schemas.microsoft.com/office/drawing/2014/main" id="{8B3C6F7D-3211-8733-A390-4F487CFC2EEB}"/>
              </a:ext>
            </a:extLst>
          </p:cNvPr>
          <p:cNvSpPr txBox="1">
            <a:spLocks/>
          </p:cNvSpPr>
          <p:nvPr/>
        </p:nvSpPr>
        <p:spPr>
          <a:xfrm>
            <a:off x="7342458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112" name="Imagem 111">
            <a:extLst>
              <a:ext uri="{FF2B5EF4-FFF2-40B4-BE49-F238E27FC236}">
                <a16:creationId xmlns:a16="http://schemas.microsoft.com/office/drawing/2014/main" id="{38472146-7A38-BC0C-AB88-686D451D9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3441319"/>
            <a:ext cx="1904947" cy="1880594"/>
          </a:xfrm>
          <a:prstGeom prst="rect">
            <a:avLst/>
          </a:prstGeom>
        </p:spPr>
      </p:pic>
      <p:sp>
        <p:nvSpPr>
          <p:cNvPr id="116" name="Subtítulo 9">
            <a:extLst>
              <a:ext uri="{FF2B5EF4-FFF2-40B4-BE49-F238E27FC236}">
                <a16:creationId xmlns:a16="http://schemas.microsoft.com/office/drawing/2014/main" id="{BD40E8B1-A2FA-9CB7-B04E-D797D2472FB3}"/>
              </a:ext>
            </a:extLst>
          </p:cNvPr>
          <p:cNvSpPr txBox="1">
            <a:spLocks/>
          </p:cNvSpPr>
          <p:nvPr/>
        </p:nvSpPr>
        <p:spPr>
          <a:xfrm>
            <a:off x="8494910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20" name="Subtítulo 9">
            <a:extLst>
              <a:ext uri="{FF2B5EF4-FFF2-40B4-BE49-F238E27FC236}">
                <a16:creationId xmlns:a16="http://schemas.microsoft.com/office/drawing/2014/main" id="{D739E0FB-1CC5-33AA-87A5-43309949FB8A}"/>
              </a:ext>
            </a:extLst>
          </p:cNvPr>
          <p:cNvSpPr txBox="1">
            <a:spLocks/>
          </p:cNvSpPr>
          <p:nvPr/>
        </p:nvSpPr>
        <p:spPr>
          <a:xfrm>
            <a:off x="9325010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23" name="Subtítulo 9">
            <a:extLst>
              <a:ext uri="{FF2B5EF4-FFF2-40B4-BE49-F238E27FC236}">
                <a16:creationId xmlns:a16="http://schemas.microsoft.com/office/drawing/2014/main" id="{CE41B5D3-3BCE-F826-D84C-21C75F70112E}"/>
              </a:ext>
            </a:extLst>
          </p:cNvPr>
          <p:cNvSpPr txBox="1">
            <a:spLocks/>
          </p:cNvSpPr>
          <p:nvPr/>
        </p:nvSpPr>
        <p:spPr>
          <a:xfrm>
            <a:off x="8249894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25" name="Subtítulo 9">
            <a:extLst>
              <a:ext uri="{FF2B5EF4-FFF2-40B4-BE49-F238E27FC236}">
                <a16:creationId xmlns:a16="http://schemas.microsoft.com/office/drawing/2014/main" id="{EDB25F2C-E52D-54C8-0ECE-CE5C7F48118B}"/>
              </a:ext>
            </a:extLst>
          </p:cNvPr>
          <p:cNvSpPr txBox="1">
            <a:spLocks/>
          </p:cNvSpPr>
          <p:nvPr/>
        </p:nvSpPr>
        <p:spPr>
          <a:xfrm>
            <a:off x="8565639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27" name="Subtítulo 9">
            <a:extLst>
              <a:ext uri="{FF2B5EF4-FFF2-40B4-BE49-F238E27FC236}">
                <a16:creationId xmlns:a16="http://schemas.microsoft.com/office/drawing/2014/main" id="{9E956039-C7CA-9F13-7FA5-A32ACACE1FA7}"/>
              </a:ext>
            </a:extLst>
          </p:cNvPr>
          <p:cNvSpPr txBox="1">
            <a:spLocks/>
          </p:cNvSpPr>
          <p:nvPr/>
        </p:nvSpPr>
        <p:spPr>
          <a:xfrm>
            <a:off x="9399341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335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786CF-58D0-180C-48E5-F5F6870C2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8EB1C4F2-087E-CA1B-A4D1-CBA2429E6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1132709"/>
            <a:ext cx="1904947" cy="1880593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D7AE203D-29FA-02BB-FA36-56D8C1EE425A}"/>
              </a:ext>
            </a:extLst>
          </p:cNvPr>
          <p:cNvSpPr txBox="1">
            <a:spLocks/>
          </p:cNvSpPr>
          <p:nvPr/>
        </p:nvSpPr>
        <p:spPr>
          <a:xfrm>
            <a:off x="2324261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65F3F486-C16B-0229-0A92-1C6261F7A792}"/>
              </a:ext>
            </a:extLst>
          </p:cNvPr>
          <p:cNvSpPr txBox="1">
            <a:spLocks/>
          </p:cNvSpPr>
          <p:nvPr/>
        </p:nvSpPr>
        <p:spPr>
          <a:xfrm>
            <a:off x="3154361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57FAD81E-AC53-3EB4-6DAE-24237DE915A6}"/>
              </a:ext>
            </a:extLst>
          </p:cNvPr>
          <p:cNvSpPr txBox="1">
            <a:spLocks/>
          </p:cNvSpPr>
          <p:nvPr/>
        </p:nvSpPr>
        <p:spPr>
          <a:xfrm>
            <a:off x="2079245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A3847B9C-BAFF-5EF6-C966-D91D78E73265}"/>
              </a:ext>
            </a:extLst>
          </p:cNvPr>
          <p:cNvSpPr txBox="1">
            <a:spLocks/>
          </p:cNvSpPr>
          <p:nvPr/>
        </p:nvSpPr>
        <p:spPr>
          <a:xfrm>
            <a:off x="2394990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5F2B5C76-92B7-F084-BE84-C96E6AC499DF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4" name="Subtítulo 9">
            <a:extLst>
              <a:ext uri="{FF2B5EF4-FFF2-40B4-BE49-F238E27FC236}">
                <a16:creationId xmlns:a16="http://schemas.microsoft.com/office/drawing/2014/main" id="{CE2FE043-D58B-241C-B5BA-0D2F4227C6BA}"/>
              </a:ext>
            </a:extLst>
          </p:cNvPr>
          <p:cNvSpPr txBox="1">
            <a:spLocks/>
          </p:cNvSpPr>
          <p:nvPr/>
        </p:nvSpPr>
        <p:spPr>
          <a:xfrm>
            <a:off x="3228692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AC80E11-F035-D336-F7AC-6E5F75B4C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1132709"/>
            <a:ext cx="1904947" cy="1880593"/>
          </a:xfrm>
          <a:prstGeom prst="rect">
            <a:avLst/>
          </a:prstGeom>
        </p:spPr>
      </p:pic>
      <p:sp>
        <p:nvSpPr>
          <p:cNvPr id="12" name="Subtítulo 9">
            <a:extLst>
              <a:ext uri="{FF2B5EF4-FFF2-40B4-BE49-F238E27FC236}">
                <a16:creationId xmlns:a16="http://schemas.microsoft.com/office/drawing/2014/main" id="{8D751D9F-8302-C175-8A4A-E00FB798BD21}"/>
              </a:ext>
            </a:extLst>
          </p:cNvPr>
          <p:cNvSpPr txBox="1">
            <a:spLocks/>
          </p:cNvSpPr>
          <p:nvPr/>
        </p:nvSpPr>
        <p:spPr>
          <a:xfrm>
            <a:off x="4381144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" name="Subtítulo 9">
            <a:extLst>
              <a:ext uri="{FF2B5EF4-FFF2-40B4-BE49-F238E27FC236}">
                <a16:creationId xmlns:a16="http://schemas.microsoft.com/office/drawing/2014/main" id="{792F2D9E-CEDF-41BF-1549-01164C14308E}"/>
              </a:ext>
            </a:extLst>
          </p:cNvPr>
          <p:cNvSpPr txBox="1">
            <a:spLocks/>
          </p:cNvSpPr>
          <p:nvPr/>
        </p:nvSpPr>
        <p:spPr>
          <a:xfrm>
            <a:off x="5211244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7" name="Subtítulo 9">
            <a:extLst>
              <a:ext uri="{FF2B5EF4-FFF2-40B4-BE49-F238E27FC236}">
                <a16:creationId xmlns:a16="http://schemas.microsoft.com/office/drawing/2014/main" id="{BAC01E0E-20F2-B6AF-87D2-25014996B478}"/>
              </a:ext>
            </a:extLst>
          </p:cNvPr>
          <p:cNvSpPr txBox="1">
            <a:spLocks/>
          </p:cNvSpPr>
          <p:nvPr/>
        </p:nvSpPr>
        <p:spPr>
          <a:xfrm>
            <a:off x="4136128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9" name="Subtítulo 9">
            <a:extLst>
              <a:ext uri="{FF2B5EF4-FFF2-40B4-BE49-F238E27FC236}">
                <a16:creationId xmlns:a16="http://schemas.microsoft.com/office/drawing/2014/main" id="{9F503EA6-E7D1-BF14-A61F-E78F30286715}"/>
              </a:ext>
            </a:extLst>
          </p:cNvPr>
          <p:cNvSpPr txBox="1">
            <a:spLocks/>
          </p:cNvSpPr>
          <p:nvPr/>
        </p:nvSpPr>
        <p:spPr>
          <a:xfrm>
            <a:off x="4451873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21" name="Subtítulo 9">
            <a:extLst>
              <a:ext uri="{FF2B5EF4-FFF2-40B4-BE49-F238E27FC236}">
                <a16:creationId xmlns:a16="http://schemas.microsoft.com/office/drawing/2014/main" id="{098099D7-09FA-3A9E-9C81-F88DB85A8CA4}"/>
              </a:ext>
            </a:extLst>
          </p:cNvPr>
          <p:cNvSpPr txBox="1">
            <a:spLocks/>
          </p:cNvSpPr>
          <p:nvPr/>
        </p:nvSpPr>
        <p:spPr>
          <a:xfrm>
            <a:off x="5285575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031C4272-0D6E-B6E8-9FD4-0F6F240EC7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1142702"/>
            <a:ext cx="1904947" cy="1880593"/>
          </a:xfrm>
          <a:prstGeom prst="rect">
            <a:avLst/>
          </a:prstGeom>
        </p:spPr>
      </p:pic>
      <p:sp>
        <p:nvSpPr>
          <p:cNvPr id="25" name="Subtítulo 9">
            <a:extLst>
              <a:ext uri="{FF2B5EF4-FFF2-40B4-BE49-F238E27FC236}">
                <a16:creationId xmlns:a16="http://schemas.microsoft.com/office/drawing/2014/main" id="{3CBAE1A2-7EAE-D92F-D01C-48202909BD18}"/>
              </a:ext>
            </a:extLst>
          </p:cNvPr>
          <p:cNvSpPr txBox="1">
            <a:spLocks/>
          </p:cNvSpPr>
          <p:nvPr/>
        </p:nvSpPr>
        <p:spPr>
          <a:xfrm>
            <a:off x="6438027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312BF407-2759-DC72-DA6D-310517EFC78E}"/>
              </a:ext>
            </a:extLst>
          </p:cNvPr>
          <p:cNvSpPr txBox="1">
            <a:spLocks/>
          </p:cNvSpPr>
          <p:nvPr/>
        </p:nvSpPr>
        <p:spPr>
          <a:xfrm>
            <a:off x="7268127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1" name="Subtítulo 9">
            <a:extLst>
              <a:ext uri="{FF2B5EF4-FFF2-40B4-BE49-F238E27FC236}">
                <a16:creationId xmlns:a16="http://schemas.microsoft.com/office/drawing/2014/main" id="{F7FD826D-377B-4A0D-36EF-86B7586C00C8}"/>
              </a:ext>
            </a:extLst>
          </p:cNvPr>
          <p:cNvSpPr txBox="1">
            <a:spLocks/>
          </p:cNvSpPr>
          <p:nvPr/>
        </p:nvSpPr>
        <p:spPr>
          <a:xfrm>
            <a:off x="6193011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35" name="Subtítulo 9">
            <a:extLst>
              <a:ext uri="{FF2B5EF4-FFF2-40B4-BE49-F238E27FC236}">
                <a16:creationId xmlns:a16="http://schemas.microsoft.com/office/drawing/2014/main" id="{99722208-5FF6-65DC-E8BD-68443891F298}"/>
              </a:ext>
            </a:extLst>
          </p:cNvPr>
          <p:cNvSpPr txBox="1">
            <a:spLocks/>
          </p:cNvSpPr>
          <p:nvPr/>
        </p:nvSpPr>
        <p:spPr>
          <a:xfrm>
            <a:off x="6508756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37" name="Subtítulo 9">
            <a:extLst>
              <a:ext uri="{FF2B5EF4-FFF2-40B4-BE49-F238E27FC236}">
                <a16:creationId xmlns:a16="http://schemas.microsoft.com/office/drawing/2014/main" id="{9B2FCCEC-15A8-B514-F1D6-2B34F39D77AD}"/>
              </a:ext>
            </a:extLst>
          </p:cNvPr>
          <p:cNvSpPr txBox="1">
            <a:spLocks/>
          </p:cNvSpPr>
          <p:nvPr/>
        </p:nvSpPr>
        <p:spPr>
          <a:xfrm>
            <a:off x="7342458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DAD97970-7C11-23A9-D215-F28FF8F5E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1142702"/>
            <a:ext cx="1904947" cy="1880594"/>
          </a:xfrm>
          <a:prstGeom prst="rect">
            <a:avLst/>
          </a:prstGeom>
        </p:spPr>
      </p:pic>
      <p:sp>
        <p:nvSpPr>
          <p:cNvPr id="41" name="Subtítulo 9">
            <a:extLst>
              <a:ext uri="{FF2B5EF4-FFF2-40B4-BE49-F238E27FC236}">
                <a16:creationId xmlns:a16="http://schemas.microsoft.com/office/drawing/2014/main" id="{CCFB9E5D-1A1F-370B-E849-7EB5F6223972}"/>
              </a:ext>
            </a:extLst>
          </p:cNvPr>
          <p:cNvSpPr txBox="1">
            <a:spLocks/>
          </p:cNvSpPr>
          <p:nvPr/>
        </p:nvSpPr>
        <p:spPr>
          <a:xfrm>
            <a:off x="8494910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3" name="Subtítulo 9">
            <a:extLst>
              <a:ext uri="{FF2B5EF4-FFF2-40B4-BE49-F238E27FC236}">
                <a16:creationId xmlns:a16="http://schemas.microsoft.com/office/drawing/2014/main" id="{F4325AF7-3212-229A-0D9C-9C6A01316E3B}"/>
              </a:ext>
            </a:extLst>
          </p:cNvPr>
          <p:cNvSpPr txBox="1">
            <a:spLocks/>
          </p:cNvSpPr>
          <p:nvPr/>
        </p:nvSpPr>
        <p:spPr>
          <a:xfrm>
            <a:off x="9325010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25622922-AAA8-D3B3-2B90-9FA6BAD946EB}"/>
              </a:ext>
            </a:extLst>
          </p:cNvPr>
          <p:cNvSpPr txBox="1">
            <a:spLocks/>
          </p:cNvSpPr>
          <p:nvPr/>
        </p:nvSpPr>
        <p:spPr>
          <a:xfrm>
            <a:off x="8249894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39F18188-B9B8-A4F0-F0BB-EB68E641B90A}"/>
              </a:ext>
            </a:extLst>
          </p:cNvPr>
          <p:cNvSpPr txBox="1">
            <a:spLocks/>
          </p:cNvSpPr>
          <p:nvPr/>
        </p:nvSpPr>
        <p:spPr>
          <a:xfrm>
            <a:off x="8565639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49" name="Subtítulo 9">
            <a:extLst>
              <a:ext uri="{FF2B5EF4-FFF2-40B4-BE49-F238E27FC236}">
                <a16:creationId xmlns:a16="http://schemas.microsoft.com/office/drawing/2014/main" id="{11195F8D-5F83-AC75-EFE7-A6729084D24A}"/>
              </a:ext>
            </a:extLst>
          </p:cNvPr>
          <p:cNvSpPr txBox="1">
            <a:spLocks/>
          </p:cNvSpPr>
          <p:nvPr/>
        </p:nvSpPr>
        <p:spPr>
          <a:xfrm>
            <a:off x="9399341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00F66114-FC46-B304-EC35-FB13CB4C6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3431326"/>
            <a:ext cx="1904947" cy="1880593"/>
          </a:xfrm>
          <a:prstGeom prst="rect">
            <a:avLst/>
          </a:prstGeom>
        </p:spPr>
      </p:pic>
      <p:sp>
        <p:nvSpPr>
          <p:cNvPr id="53" name="Subtítulo 9">
            <a:extLst>
              <a:ext uri="{FF2B5EF4-FFF2-40B4-BE49-F238E27FC236}">
                <a16:creationId xmlns:a16="http://schemas.microsoft.com/office/drawing/2014/main" id="{FCE3A2EA-C884-E4AB-7E9B-4B00C82A04A6}"/>
              </a:ext>
            </a:extLst>
          </p:cNvPr>
          <p:cNvSpPr txBox="1">
            <a:spLocks/>
          </p:cNvSpPr>
          <p:nvPr/>
        </p:nvSpPr>
        <p:spPr>
          <a:xfrm>
            <a:off x="2324261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5" name="Subtítulo 9">
            <a:extLst>
              <a:ext uri="{FF2B5EF4-FFF2-40B4-BE49-F238E27FC236}">
                <a16:creationId xmlns:a16="http://schemas.microsoft.com/office/drawing/2014/main" id="{31E0FC45-593C-ACE5-BEF4-4A1EE3C63192}"/>
              </a:ext>
            </a:extLst>
          </p:cNvPr>
          <p:cNvSpPr txBox="1">
            <a:spLocks/>
          </p:cNvSpPr>
          <p:nvPr/>
        </p:nvSpPr>
        <p:spPr>
          <a:xfrm>
            <a:off x="3154361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8" name="Subtítulo 9">
            <a:extLst>
              <a:ext uri="{FF2B5EF4-FFF2-40B4-BE49-F238E27FC236}">
                <a16:creationId xmlns:a16="http://schemas.microsoft.com/office/drawing/2014/main" id="{B328C470-8EBA-F3E1-C458-EF296B25BE19}"/>
              </a:ext>
            </a:extLst>
          </p:cNvPr>
          <p:cNvSpPr txBox="1">
            <a:spLocks/>
          </p:cNvSpPr>
          <p:nvPr/>
        </p:nvSpPr>
        <p:spPr>
          <a:xfrm>
            <a:off x="2079245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1C427DBA-B0E3-72DF-B937-2AB3FC54169E}"/>
              </a:ext>
            </a:extLst>
          </p:cNvPr>
          <p:cNvSpPr txBox="1">
            <a:spLocks/>
          </p:cNvSpPr>
          <p:nvPr/>
        </p:nvSpPr>
        <p:spPr>
          <a:xfrm>
            <a:off x="2394990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65" name="Subtítulo 9">
            <a:extLst>
              <a:ext uri="{FF2B5EF4-FFF2-40B4-BE49-F238E27FC236}">
                <a16:creationId xmlns:a16="http://schemas.microsoft.com/office/drawing/2014/main" id="{F906C981-564F-E252-0274-85B9683102D1}"/>
              </a:ext>
            </a:extLst>
          </p:cNvPr>
          <p:cNvSpPr txBox="1">
            <a:spLocks/>
          </p:cNvSpPr>
          <p:nvPr/>
        </p:nvSpPr>
        <p:spPr>
          <a:xfrm>
            <a:off x="3228692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67" name="Imagem 66">
            <a:extLst>
              <a:ext uri="{FF2B5EF4-FFF2-40B4-BE49-F238E27FC236}">
                <a16:creationId xmlns:a16="http://schemas.microsoft.com/office/drawing/2014/main" id="{4CA6465E-226C-AC23-9EA0-B17CA66AC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3431326"/>
            <a:ext cx="1904947" cy="1880593"/>
          </a:xfrm>
          <a:prstGeom prst="rect">
            <a:avLst/>
          </a:prstGeom>
        </p:spPr>
      </p:pic>
      <p:sp>
        <p:nvSpPr>
          <p:cNvPr id="69" name="Subtítulo 9">
            <a:extLst>
              <a:ext uri="{FF2B5EF4-FFF2-40B4-BE49-F238E27FC236}">
                <a16:creationId xmlns:a16="http://schemas.microsoft.com/office/drawing/2014/main" id="{40401928-00EF-CBC7-A063-F8171ADA1EB9}"/>
              </a:ext>
            </a:extLst>
          </p:cNvPr>
          <p:cNvSpPr txBox="1">
            <a:spLocks/>
          </p:cNvSpPr>
          <p:nvPr/>
        </p:nvSpPr>
        <p:spPr>
          <a:xfrm>
            <a:off x="4381144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71" name="Subtítulo 9">
            <a:extLst>
              <a:ext uri="{FF2B5EF4-FFF2-40B4-BE49-F238E27FC236}">
                <a16:creationId xmlns:a16="http://schemas.microsoft.com/office/drawing/2014/main" id="{FF36CB2C-E75F-B0E1-E1E7-0C87E0B43EEE}"/>
              </a:ext>
            </a:extLst>
          </p:cNvPr>
          <p:cNvSpPr txBox="1">
            <a:spLocks/>
          </p:cNvSpPr>
          <p:nvPr/>
        </p:nvSpPr>
        <p:spPr>
          <a:xfrm>
            <a:off x="5211244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A571BAF8-E071-DB8E-4E66-4DF8631AB3C8}"/>
              </a:ext>
            </a:extLst>
          </p:cNvPr>
          <p:cNvSpPr txBox="1">
            <a:spLocks/>
          </p:cNvSpPr>
          <p:nvPr/>
        </p:nvSpPr>
        <p:spPr>
          <a:xfrm>
            <a:off x="4136128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80" name="Subtítulo 9">
            <a:extLst>
              <a:ext uri="{FF2B5EF4-FFF2-40B4-BE49-F238E27FC236}">
                <a16:creationId xmlns:a16="http://schemas.microsoft.com/office/drawing/2014/main" id="{9BD18455-6E4C-4D20-A99C-6D506F19280F}"/>
              </a:ext>
            </a:extLst>
          </p:cNvPr>
          <p:cNvSpPr txBox="1">
            <a:spLocks/>
          </p:cNvSpPr>
          <p:nvPr/>
        </p:nvSpPr>
        <p:spPr>
          <a:xfrm>
            <a:off x="4451873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84" name="Subtítulo 9">
            <a:extLst>
              <a:ext uri="{FF2B5EF4-FFF2-40B4-BE49-F238E27FC236}">
                <a16:creationId xmlns:a16="http://schemas.microsoft.com/office/drawing/2014/main" id="{098AA7FC-38D7-66DA-3780-0E1A4FD6E083}"/>
              </a:ext>
            </a:extLst>
          </p:cNvPr>
          <p:cNvSpPr txBox="1">
            <a:spLocks/>
          </p:cNvSpPr>
          <p:nvPr/>
        </p:nvSpPr>
        <p:spPr>
          <a:xfrm>
            <a:off x="5285575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8" name="Imagem 87">
            <a:extLst>
              <a:ext uri="{FF2B5EF4-FFF2-40B4-BE49-F238E27FC236}">
                <a16:creationId xmlns:a16="http://schemas.microsoft.com/office/drawing/2014/main" id="{537CBEA9-61A4-D06D-9713-C6F039D8C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3441319"/>
            <a:ext cx="1904947" cy="1880593"/>
          </a:xfrm>
          <a:prstGeom prst="rect">
            <a:avLst/>
          </a:prstGeom>
        </p:spPr>
      </p:pic>
      <p:sp>
        <p:nvSpPr>
          <p:cNvPr id="92" name="Subtítulo 9">
            <a:extLst>
              <a:ext uri="{FF2B5EF4-FFF2-40B4-BE49-F238E27FC236}">
                <a16:creationId xmlns:a16="http://schemas.microsoft.com/office/drawing/2014/main" id="{B6812FDD-92D9-2E32-E557-C4B31DDA678B}"/>
              </a:ext>
            </a:extLst>
          </p:cNvPr>
          <p:cNvSpPr txBox="1">
            <a:spLocks/>
          </p:cNvSpPr>
          <p:nvPr/>
        </p:nvSpPr>
        <p:spPr>
          <a:xfrm>
            <a:off x="6438027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96" name="Subtítulo 9">
            <a:extLst>
              <a:ext uri="{FF2B5EF4-FFF2-40B4-BE49-F238E27FC236}">
                <a16:creationId xmlns:a16="http://schemas.microsoft.com/office/drawing/2014/main" id="{003F1D09-2F04-8370-17BC-B9A3C3B182A9}"/>
              </a:ext>
            </a:extLst>
          </p:cNvPr>
          <p:cNvSpPr txBox="1">
            <a:spLocks/>
          </p:cNvSpPr>
          <p:nvPr/>
        </p:nvSpPr>
        <p:spPr>
          <a:xfrm>
            <a:off x="7268127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00" name="Subtítulo 9">
            <a:extLst>
              <a:ext uri="{FF2B5EF4-FFF2-40B4-BE49-F238E27FC236}">
                <a16:creationId xmlns:a16="http://schemas.microsoft.com/office/drawing/2014/main" id="{509E51F7-5152-0462-171F-8C370FFCAF7C}"/>
              </a:ext>
            </a:extLst>
          </p:cNvPr>
          <p:cNvSpPr txBox="1">
            <a:spLocks/>
          </p:cNvSpPr>
          <p:nvPr/>
        </p:nvSpPr>
        <p:spPr>
          <a:xfrm>
            <a:off x="6193011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04" name="Subtítulo 9">
            <a:extLst>
              <a:ext uri="{FF2B5EF4-FFF2-40B4-BE49-F238E27FC236}">
                <a16:creationId xmlns:a16="http://schemas.microsoft.com/office/drawing/2014/main" id="{2162668B-0D06-8A04-4216-4EF2FDF9D510}"/>
              </a:ext>
            </a:extLst>
          </p:cNvPr>
          <p:cNvSpPr txBox="1">
            <a:spLocks/>
          </p:cNvSpPr>
          <p:nvPr/>
        </p:nvSpPr>
        <p:spPr>
          <a:xfrm>
            <a:off x="6508756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08" name="Subtítulo 9">
            <a:extLst>
              <a:ext uri="{FF2B5EF4-FFF2-40B4-BE49-F238E27FC236}">
                <a16:creationId xmlns:a16="http://schemas.microsoft.com/office/drawing/2014/main" id="{D199228B-403B-71C3-9F6C-E593257C2315}"/>
              </a:ext>
            </a:extLst>
          </p:cNvPr>
          <p:cNvSpPr txBox="1">
            <a:spLocks/>
          </p:cNvSpPr>
          <p:nvPr/>
        </p:nvSpPr>
        <p:spPr>
          <a:xfrm>
            <a:off x="7342458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112" name="Imagem 111">
            <a:extLst>
              <a:ext uri="{FF2B5EF4-FFF2-40B4-BE49-F238E27FC236}">
                <a16:creationId xmlns:a16="http://schemas.microsoft.com/office/drawing/2014/main" id="{76C63E2B-7F74-FA6D-4691-0887A59E8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3441319"/>
            <a:ext cx="1904947" cy="1880593"/>
          </a:xfrm>
          <a:prstGeom prst="rect">
            <a:avLst/>
          </a:prstGeom>
        </p:spPr>
      </p:pic>
      <p:sp>
        <p:nvSpPr>
          <p:cNvPr id="116" name="Subtítulo 9">
            <a:extLst>
              <a:ext uri="{FF2B5EF4-FFF2-40B4-BE49-F238E27FC236}">
                <a16:creationId xmlns:a16="http://schemas.microsoft.com/office/drawing/2014/main" id="{C1492F23-B186-2285-4D31-414504942550}"/>
              </a:ext>
            </a:extLst>
          </p:cNvPr>
          <p:cNvSpPr txBox="1">
            <a:spLocks/>
          </p:cNvSpPr>
          <p:nvPr/>
        </p:nvSpPr>
        <p:spPr>
          <a:xfrm>
            <a:off x="8494910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20" name="Subtítulo 9">
            <a:extLst>
              <a:ext uri="{FF2B5EF4-FFF2-40B4-BE49-F238E27FC236}">
                <a16:creationId xmlns:a16="http://schemas.microsoft.com/office/drawing/2014/main" id="{80497A5F-E5BA-E402-F09B-F53DD8CA97E9}"/>
              </a:ext>
            </a:extLst>
          </p:cNvPr>
          <p:cNvSpPr txBox="1">
            <a:spLocks/>
          </p:cNvSpPr>
          <p:nvPr/>
        </p:nvSpPr>
        <p:spPr>
          <a:xfrm>
            <a:off x="9325010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23" name="Subtítulo 9">
            <a:extLst>
              <a:ext uri="{FF2B5EF4-FFF2-40B4-BE49-F238E27FC236}">
                <a16:creationId xmlns:a16="http://schemas.microsoft.com/office/drawing/2014/main" id="{69CD5398-409E-974F-C2D7-7D02AC6BB0FE}"/>
              </a:ext>
            </a:extLst>
          </p:cNvPr>
          <p:cNvSpPr txBox="1">
            <a:spLocks/>
          </p:cNvSpPr>
          <p:nvPr/>
        </p:nvSpPr>
        <p:spPr>
          <a:xfrm>
            <a:off x="8249894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25" name="Subtítulo 9">
            <a:extLst>
              <a:ext uri="{FF2B5EF4-FFF2-40B4-BE49-F238E27FC236}">
                <a16:creationId xmlns:a16="http://schemas.microsoft.com/office/drawing/2014/main" id="{EF7F76F7-6229-8EE7-3936-6C9AC0924689}"/>
              </a:ext>
            </a:extLst>
          </p:cNvPr>
          <p:cNvSpPr txBox="1">
            <a:spLocks/>
          </p:cNvSpPr>
          <p:nvPr/>
        </p:nvSpPr>
        <p:spPr>
          <a:xfrm>
            <a:off x="8565639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27" name="Subtítulo 9">
            <a:extLst>
              <a:ext uri="{FF2B5EF4-FFF2-40B4-BE49-F238E27FC236}">
                <a16:creationId xmlns:a16="http://schemas.microsoft.com/office/drawing/2014/main" id="{E020C612-C711-CA81-23CD-03674FD986D2}"/>
              </a:ext>
            </a:extLst>
          </p:cNvPr>
          <p:cNvSpPr txBox="1">
            <a:spLocks/>
          </p:cNvSpPr>
          <p:nvPr/>
        </p:nvSpPr>
        <p:spPr>
          <a:xfrm>
            <a:off x="9399341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658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D413B-6A08-2BCF-A67D-7C6F25F49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1D6EE44A-C23F-953D-B4D9-40598C346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1132709"/>
            <a:ext cx="1904946" cy="1880593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12314BF7-7EE4-4B8B-C051-EDFD0FD017FD}"/>
              </a:ext>
            </a:extLst>
          </p:cNvPr>
          <p:cNvSpPr txBox="1">
            <a:spLocks/>
          </p:cNvSpPr>
          <p:nvPr/>
        </p:nvSpPr>
        <p:spPr>
          <a:xfrm>
            <a:off x="2324261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90796F7B-A4EB-ACD4-5359-21F1DF792023}"/>
              </a:ext>
            </a:extLst>
          </p:cNvPr>
          <p:cNvSpPr txBox="1">
            <a:spLocks/>
          </p:cNvSpPr>
          <p:nvPr/>
        </p:nvSpPr>
        <p:spPr>
          <a:xfrm>
            <a:off x="3154361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C649B492-6EF3-EEA5-32F2-C1EFEBCF0E36}"/>
              </a:ext>
            </a:extLst>
          </p:cNvPr>
          <p:cNvSpPr txBox="1">
            <a:spLocks/>
          </p:cNvSpPr>
          <p:nvPr/>
        </p:nvSpPr>
        <p:spPr>
          <a:xfrm>
            <a:off x="2079245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6129CE20-58D3-A980-B503-30129B1D6030}"/>
              </a:ext>
            </a:extLst>
          </p:cNvPr>
          <p:cNvSpPr txBox="1">
            <a:spLocks/>
          </p:cNvSpPr>
          <p:nvPr/>
        </p:nvSpPr>
        <p:spPr>
          <a:xfrm>
            <a:off x="2394990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18E5E6CA-8013-A5BE-D9C5-371581B5DEB9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4" name="Subtítulo 9">
            <a:extLst>
              <a:ext uri="{FF2B5EF4-FFF2-40B4-BE49-F238E27FC236}">
                <a16:creationId xmlns:a16="http://schemas.microsoft.com/office/drawing/2014/main" id="{C3C07096-9C70-A01C-8E1E-C66FC181F8CE}"/>
              </a:ext>
            </a:extLst>
          </p:cNvPr>
          <p:cNvSpPr txBox="1">
            <a:spLocks/>
          </p:cNvSpPr>
          <p:nvPr/>
        </p:nvSpPr>
        <p:spPr>
          <a:xfrm>
            <a:off x="3228692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DAE8391-233D-4A24-F766-C51C5EDDC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1132709"/>
            <a:ext cx="1904946" cy="1880593"/>
          </a:xfrm>
          <a:prstGeom prst="rect">
            <a:avLst/>
          </a:prstGeom>
        </p:spPr>
      </p:pic>
      <p:sp>
        <p:nvSpPr>
          <p:cNvPr id="12" name="Subtítulo 9">
            <a:extLst>
              <a:ext uri="{FF2B5EF4-FFF2-40B4-BE49-F238E27FC236}">
                <a16:creationId xmlns:a16="http://schemas.microsoft.com/office/drawing/2014/main" id="{5FCCB970-D12E-3462-C325-C8AA97AA9A31}"/>
              </a:ext>
            </a:extLst>
          </p:cNvPr>
          <p:cNvSpPr txBox="1">
            <a:spLocks/>
          </p:cNvSpPr>
          <p:nvPr/>
        </p:nvSpPr>
        <p:spPr>
          <a:xfrm>
            <a:off x="4381144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" name="Subtítulo 9">
            <a:extLst>
              <a:ext uri="{FF2B5EF4-FFF2-40B4-BE49-F238E27FC236}">
                <a16:creationId xmlns:a16="http://schemas.microsoft.com/office/drawing/2014/main" id="{191AD52F-FD42-447C-A279-D28ACB4608A8}"/>
              </a:ext>
            </a:extLst>
          </p:cNvPr>
          <p:cNvSpPr txBox="1">
            <a:spLocks/>
          </p:cNvSpPr>
          <p:nvPr/>
        </p:nvSpPr>
        <p:spPr>
          <a:xfrm>
            <a:off x="5211244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7" name="Subtítulo 9">
            <a:extLst>
              <a:ext uri="{FF2B5EF4-FFF2-40B4-BE49-F238E27FC236}">
                <a16:creationId xmlns:a16="http://schemas.microsoft.com/office/drawing/2014/main" id="{5C9E1669-73E3-A4A9-0577-AABAC26BCF23}"/>
              </a:ext>
            </a:extLst>
          </p:cNvPr>
          <p:cNvSpPr txBox="1">
            <a:spLocks/>
          </p:cNvSpPr>
          <p:nvPr/>
        </p:nvSpPr>
        <p:spPr>
          <a:xfrm>
            <a:off x="4136128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9" name="Subtítulo 9">
            <a:extLst>
              <a:ext uri="{FF2B5EF4-FFF2-40B4-BE49-F238E27FC236}">
                <a16:creationId xmlns:a16="http://schemas.microsoft.com/office/drawing/2014/main" id="{529CF241-4240-79DC-6A7B-925F48D49174}"/>
              </a:ext>
            </a:extLst>
          </p:cNvPr>
          <p:cNvSpPr txBox="1">
            <a:spLocks/>
          </p:cNvSpPr>
          <p:nvPr/>
        </p:nvSpPr>
        <p:spPr>
          <a:xfrm>
            <a:off x="4451873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21" name="Subtítulo 9">
            <a:extLst>
              <a:ext uri="{FF2B5EF4-FFF2-40B4-BE49-F238E27FC236}">
                <a16:creationId xmlns:a16="http://schemas.microsoft.com/office/drawing/2014/main" id="{692B6A1C-0EF9-BB58-E3AC-1AABE59F4522}"/>
              </a:ext>
            </a:extLst>
          </p:cNvPr>
          <p:cNvSpPr txBox="1">
            <a:spLocks/>
          </p:cNvSpPr>
          <p:nvPr/>
        </p:nvSpPr>
        <p:spPr>
          <a:xfrm>
            <a:off x="5285575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1702780B-4A40-713D-1922-D16B60CD5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1142702"/>
            <a:ext cx="1904946" cy="1880593"/>
          </a:xfrm>
          <a:prstGeom prst="rect">
            <a:avLst/>
          </a:prstGeom>
        </p:spPr>
      </p:pic>
      <p:sp>
        <p:nvSpPr>
          <p:cNvPr id="25" name="Subtítulo 9">
            <a:extLst>
              <a:ext uri="{FF2B5EF4-FFF2-40B4-BE49-F238E27FC236}">
                <a16:creationId xmlns:a16="http://schemas.microsoft.com/office/drawing/2014/main" id="{EAB80ED9-1425-42AA-9049-7CF53A2E669E}"/>
              </a:ext>
            </a:extLst>
          </p:cNvPr>
          <p:cNvSpPr txBox="1">
            <a:spLocks/>
          </p:cNvSpPr>
          <p:nvPr/>
        </p:nvSpPr>
        <p:spPr>
          <a:xfrm>
            <a:off x="6438027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26BBC856-E1F8-3A5B-0653-4CF00FA73FFA}"/>
              </a:ext>
            </a:extLst>
          </p:cNvPr>
          <p:cNvSpPr txBox="1">
            <a:spLocks/>
          </p:cNvSpPr>
          <p:nvPr/>
        </p:nvSpPr>
        <p:spPr>
          <a:xfrm>
            <a:off x="7268127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1" name="Subtítulo 9">
            <a:extLst>
              <a:ext uri="{FF2B5EF4-FFF2-40B4-BE49-F238E27FC236}">
                <a16:creationId xmlns:a16="http://schemas.microsoft.com/office/drawing/2014/main" id="{51EB5325-B850-3B7D-6DCF-9DE6B5D1FFFE}"/>
              </a:ext>
            </a:extLst>
          </p:cNvPr>
          <p:cNvSpPr txBox="1">
            <a:spLocks/>
          </p:cNvSpPr>
          <p:nvPr/>
        </p:nvSpPr>
        <p:spPr>
          <a:xfrm>
            <a:off x="6193011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35" name="Subtítulo 9">
            <a:extLst>
              <a:ext uri="{FF2B5EF4-FFF2-40B4-BE49-F238E27FC236}">
                <a16:creationId xmlns:a16="http://schemas.microsoft.com/office/drawing/2014/main" id="{80B48BEE-1471-7BE1-8DD2-B808AAAFF530}"/>
              </a:ext>
            </a:extLst>
          </p:cNvPr>
          <p:cNvSpPr txBox="1">
            <a:spLocks/>
          </p:cNvSpPr>
          <p:nvPr/>
        </p:nvSpPr>
        <p:spPr>
          <a:xfrm>
            <a:off x="6508756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37" name="Subtítulo 9">
            <a:extLst>
              <a:ext uri="{FF2B5EF4-FFF2-40B4-BE49-F238E27FC236}">
                <a16:creationId xmlns:a16="http://schemas.microsoft.com/office/drawing/2014/main" id="{ECC75EC8-BC03-D500-8C67-BAD024E3482E}"/>
              </a:ext>
            </a:extLst>
          </p:cNvPr>
          <p:cNvSpPr txBox="1">
            <a:spLocks/>
          </p:cNvSpPr>
          <p:nvPr/>
        </p:nvSpPr>
        <p:spPr>
          <a:xfrm>
            <a:off x="7342458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3173D777-4B97-799B-1B6D-9D443ED87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1142702"/>
            <a:ext cx="1904947" cy="1880593"/>
          </a:xfrm>
          <a:prstGeom prst="rect">
            <a:avLst/>
          </a:prstGeom>
        </p:spPr>
      </p:pic>
      <p:sp>
        <p:nvSpPr>
          <p:cNvPr id="41" name="Subtítulo 9">
            <a:extLst>
              <a:ext uri="{FF2B5EF4-FFF2-40B4-BE49-F238E27FC236}">
                <a16:creationId xmlns:a16="http://schemas.microsoft.com/office/drawing/2014/main" id="{4D1BCF49-F8A9-0ED3-FF06-5C7AFB62EBEE}"/>
              </a:ext>
            </a:extLst>
          </p:cNvPr>
          <p:cNvSpPr txBox="1">
            <a:spLocks/>
          </p:cNvSpPr>
          <p:nvPr/>
        </p:nvSpPr>
        <p:spPr>
          <a:xfrm>
            <a:off x="8494910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3" name="Subtítulo 9">
            <a:extLst>
              <a:ext uri="{FF2B5EF4-FFF2-40B4-BE49-F238E27FC236}">
                <a16:creationId xmlns:a16="http://schemas.microsoft.com/office/drawing/2014/main" id="{C88AFC81-853D-6D18-FAD0-3239767E921A}"/>
              </a:ext>
            </a:extLst>
          </p:cNvPr>
          <p:cNvSpPr txBox="1">
            <a:spLocks/>
          </p:cNvSpPr>
          <p:nvPr/>
        </p:nvSpPr>
        <p:spPr>
          <a:xfrm>
            <a:off x="9325010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277163C6-AAB4-023F-35D3-E752087A3A25}"/>
              </a:ext>
            </a:extLst>
          </p:cNvPr>
          <p:cNvSpPr txBox="1">
            <a:spLocks/>
          </p:cNvSpPr>
          <p:nvPr/>
        </p:nvSpPr>
        <p:spPr>
          <a:xfrm>
            <a:off x="8249894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7A388768-AF74-8422-1FE2-22F6FB6B1E32}"/>
              </a:ext>
            </a:extLst>
          </p:cNvPr>
          <p:cNvSpPr txBox="1">
            <a:spLocks/>
          </p:cNvSpPr>
          <p:nvPr/>
        </p:nvSpPr>
        <p:spPr>
          <a:xfrm>
            <a:off x="8565639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49" name="Subtítulo 9">
            <a:extLst>
              <a:ext uri="{FF2B5EF4-FFF2-40B4-BE49-F238E27FC236}">
                <a16:creationId xmlns:a16="http://schemas.microsoft.com/office/drawing/2014/main" id="{68D1F969-ECD8-0A23-23B8-7672DF6352AE}"/>
              </a:ext>
            </a:extLst>
          </p:cNvPr>
          <p:cNvSpPr txBox="1">
            <a:spLocks/>
          </p:cNvSpPr>
          <p:nvPr/>
        </p:nvSpPr>
        <p:spPr>
          <a:xfrm>
            <a:off x="9399341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0C80FE90-4973-F09F-DB3A-FDAE33443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3431326"/>
            <a:ext cx="1904946" cy="1880593"/>
          </a:xfrm>
          <a:prstGeom prst="rect">
            <a:avLst/>
          </a:prstGeom>
        </p:spPr>
      </p:pic>
      <p:sp>
        <p:nvSpPr>
          <p:cNvPr id="53" name="Subtítulo 9">
            <a:extLst>
              <a:ext uri="{FF2B5EF4-FFF2-40B4-BE49-F238E27FC236}">
                <a16:creationId xmlns:a16="http://schemas.microsoft.com/office/drawing/2014/main" id="{04B9AA58-E684-8492-F386-E7E71D7D9FFF}"/>
              </a:ext>
            </a:extLst>
          </p:cNvPr>
          <p:cNvSpPr txBox="1">
            <a:spLocks/>
          </p:cNvSpPr>
          <p:nvPr/>
        </p:nvSpPr>
        <p:spPr>
          <a:xfrm>
            <a:off x="2324261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5" name="Subtítulo 9">
            <a:extLst>
              <a:ext uri="{FF2B5EF4-FFF2-40B4-BE49-F238E27FC236}">
                <a16:creationId xmlns:a16="http://schemas.microsoft.com/office/drawing/2014/main" id="{EBC808C8-B0D4-80B7-1105-25190E992434}"/>
              </a:ext>
            </a:extLst>
          </p:cNvPr>
          <p:cNvSpPr txBox="1">
            <a:spLocks/>
          </p:cNvSpPr>
          <p:nvPr/>
        </p:nvSpPr>
        <p:spPr>
          <a:xfrm>
            <a:off x="3154361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8" name="Subtítulo 9">
            <a:extLst>
              <a:ext uri="{FF2B5EF4-FFF2-40B4-BE49-F238E27FC236}">
                <a16:creationId xmlns:a16="http://schemas.microsoft.com/office/drawing/2014/main" id="{369DF261-2643-5540-B3E6-55C8C6C4DC81}"/>
              </a:ext>
            </a:extLst>
          </p:cNvPr>
          <p:cNvSpPr txBox="1">
            <a:spLocks/>
          </p:cNvSpPr>
          <p:nvPr/>
        </p:nvSpPr>
        <p:spPr>
          <a:xfrm>
            <a:off x="2079245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EC47B883-9EE3-96D1-220A-CB999F3AA37C}"/>
              </a:ext>
            </a:extLst>
          </p:cNvPr>
          <p:cNvSpPr txBox="1">
            <a:spLocks/>
          </p:cNvSpPr>
          <p:nvPr/>
        </p:nvSpPr>
        <p:spPr>
          <a:xfrm>
            <a:off x="2394990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65" name="Subtítulo 9">
            <a:extLst>
              <a:ext uri="{FF2B5EF4-FFF2-40B4-BE49-F238E27FC236}">
                <a16:creationId xmlns:a16="http://schemas.microsoft.com/office/drawing/2014/main" id="{FFAC89EB-E8EB-A271-D86E-3A6D6163B4B1}"/>
              </a:ext>
            </a:extLst>
          </p:cNvPr>
          <p:cNvSpPr txBox="1">
            <a:spLocks/>
          </p:cNvSpPr>
          <p:nvPr/>
        </p:nvSpPr>
        <p:spPr>
          <a:xfrm>
            <a:off x="3228692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67" name="Imagem 66">
            <a:extLst>
              <a:ext uri="{FF2B5EF4-FFF2-40B4-BE49-F238E27FC236}">
                <a16:creationId xmlns:a16="http://schemas.microsoft.com/office/drawing/2014/main" id="{DAA6EB91-341A-AD89-9B52-67665B5ECB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3431326"/>
            <a:ext cx="1904946" cy="1880593"/>
          </a:xfrm>
          <a:prstGeom prst="rect">
            <a:avLst/>
          </a:prstGeom>
        </p:spPr>
      </p:pic>
      <p:sp>
        <p:nvSpPr>
          <p:cNvPr id="69" name="Subtítulo 9">
            <a:extLst>
              <a:ext uri="{FF2B5EF4-FFF2-40B4-BE49-F238E27FC236}">
                <a16:creationId xmlns:a16="http://schemas.microsoft.com/office/drawing/2014/main" id="{AF824A5B-8522-3957-7B24-AD7E641C7D87}"/>
              </a:ext>
            </a:extLst>
          </p:cNvPr>
          <p:cNvSpPr txBox="1">
            <a:spLocks/>
          </p:cNvSpPr>
          <p:nvPr/>
        </p:nvSpPr>
        <p:spPr>
          <a:xfrm>
            <a:off x="4381144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71" name="Subtítulo 9">
            <a:extLst>
              <a:ext uri="{FF2B5EF4-FFF2-40B4-BE49-F238E27FC236}">
                <a16:creationId xmlns:a16="http://schemas.microsoft.com/office/drawing/2014/main" id="{BFA98B98-2D56-14D9-FB1F-A80D88CA9228}"/>
              </a:ext>
            </a:extLst>
          </p:cNvPr>
          <p:cNvSpPr txBox="1">
            <a:spLocks/>
          </p:cNvSpPr>
          <p:nvPr/>
        </p:nvSpPr>
        <p:spPr>
          <a:xfrm>
            <a:off x="5211244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FF1EF421-9FCF-1231-4E4E-323BB2B0966E}"/>
              </a:ext>
            </a:extLst>
          </p:cNvPr>
          <p:cNvSpPr txBox="1">
            <a:spLocks/>
          </p:cNvSpPr>
          <p:nvPr/>
        </p:nvSpPr>
        <p:spPr>
          <a:xfrm>
            <a:off x="4136128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80" name="Subtítulo 9">
            <a:extLst>
              <a:ext uri="{FF2B5EF4-FFF2-40B4-BE49-F238E27FC236}">
                <a16:creationId xmlns:a16="http://schemas.microsoft.com/office/drawing/2014/main" id="{A3491471-43EA-49F2-D520-6CDD21EE3E69}"/>
              </a:ext>
            </a:extLst>
          </p:cNvPr>
          <p:cNvSpPr txBox="1">
            <a:spLocks/>
          </p:cNvSpPr>
          <p:nvPr/>
        </p:nvSpPr>
        <p:spPr>
          <a:xfrm>
            <a:off x="4451873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84" name="Subtítulo 9">
            <a:extLst>
              <a:ext uri="{FF2B5EF4-FFF2-40B4-BE49-F238E27FC236}">
                <a16:creationId xmlns:a16="http://schemas.microsoft.com/office/drawing/2014/main" id="{15BF4B51-2AC2-F01F-4F32-646A0AC00260}"/>
              </a:ext>
            </a:extLst>
          </p:cNvPr>
          <p:cNvSpPr txBox="1">
            <a:spLocks/>
          </p:cNvSpPr>
          <p:nvPr/>
        </p:nvSpPr>
        <p:spPr>
          <a:xfrm>
            <a:off x="5285575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8" name="Imagem 87">
            <a:extLst>
              <a:ext uri="{FF2B5EF4-FFF2-40B4-BE49-F238E27FC236}">
                <a16:creationId xmlns:a16="http://schemas.microsoft.com/office/drawing/2014/main" id="{2893B18B-5D83-CCD5-4390-04E3F1AF5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3441319"/>
            <a:ext cx="1904946" cy="1880593"/>
          </a:xfrm>
          <a:prstGeom prst="rect">
            <a:avLst/>
          </a:prstGeom>
        </p:spPr>
      </p:pic>
      <p:sp>
        <p:nvSpPr>
          <p:cNvPr id="92" name="Subtítulo 9">
            <a:extLst>
              <a:ext uri="{FF2B5EF4-FFF2-40B4-BE49-F238E27FC236}">
                <a16:creationId xmlns:a16="http://schemas.microsoft.com/office/drawing/2014/main" id="{0B825211-0C7C-9C6B-3BDA-4132EF6238BA}"/>
              </a:ext>
            </a:extLst>
          </p:cNvPr>
          <p:cNvSpPr txBox="1">
            <a:spLocks/>
          </p:cNvSpPr>
          <p:nvPr/>
        </p:nvSpPr>
        <p:spPr>
          <a:xfrm>
            <a:off x="6438027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96" name="Subtítulo 9">
            <a:extLst>
              <a:ext uri="{FF2B5EF4-FFF2-40B4-BE49-F238E27FC236}">
                <a16:creationId xmlns:a16="http://schemas.microsoft.com/office/drawing/2014/main" id="{BE9C5B53-108D-0951-13D9-8D77F3536E66}"/>
              </a:ext>
            </a:extLst>
          </p:cNvPr>
          <p:cNvSpPr txBox="1">
            <a:spLocks/>
          </p:cNvSpPr>
          <p:nvPr/>
        </p:nvSpPr>
        <p:spPr>
          <a:xfrm>
            <a:off x="7268127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00" name="Subtítulo 9">
            <a:extLst>
              <a:ext uri="{FF2B5EF4-FFF2-40B4-BE49-F238E27FC236}">
                <a16:creationId xmlns:a16="http://schemas.microsoft.com/office/drawing/2014/main" id="{E65CF862-EC61-E90A-AA3B-24983C8B44F0}"/>
              </a:ext>
            </a:extLst>
          </p:cNvPr>
          <p:cNvSpPr txBox="1">
            <a:spLocks/>
          </p:cNvSpPr>
          <p:nvPr/>
        </p:nvSpPr>
        <p:spPr>
          <a:xfrm>
            <a:off x="6193011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04" name="Subtítulo 9">
            <a:extLst>
              <a:ext uri="{FF2B5EF4-FFF2-40B4-BE49-F238E27FC236}">
                <a16:creationId xmlns:a16="http://schemas.microsoft.com/office/drawing/2014/main" id="{E9A1470E-C869-73DD-18A4-076CE7C1121F}"/>
              </a:ext>
            </a:extLst>
          </p:cNvPr>
          <p:cNvSpPr txBox="1">
            <a:spLocks/>
          </p:cNvSpPr>
          <p:nvPr/>
        </p:nvSpPr>
        <p:spPr>
          <a:xfrm>
            <a:off x="6508756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08" name="Subtítulo 9">
            <a:extLst>
              <a:ext uri="{FF2B5EF4-FFF2-40B4-BE49-F238E27FC236}">
                <a16:creationId xmlns:a16="http://schemas.microsoft.com/office/drawing/2014/main" id="{1A58320F-ED76-F7A6-A087-392DAB542AFF}"/>
              </a:ext>
            </a:extLst>
          </p:cNvPr>
          <p:cNvSpPr txBox="1">
            <a:spLocks/>
          </p:cNvSpPr>
          <p:nvPr/>
        </p:nvSpPr>
        <p:spPr>
          <a:xfrm>
            <a:off x="7342458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112" name="Imagem 111">
            <a:extLst>
              <a:ext uri="{FF2B5EF4-FFF2-40B4-BE49-F238E27FC236}">
                <a16:creationId xmlns:a16="http://schemas.microsoft.com/office/drawing/2014/main" id="{6F2A1037-DE25-178C-3968-8D832402F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3441319"/>
            <a:ext cx="1904946" cy="1880593"/>
          </a:xfrm>
          <a:prstGeom prst="rect">
            <a:avLst/>
          </a:prstGeom>
        </p:spPr>
      </p:pic>
      <p:sp>
        <p:nvSpPr>
          <p:cNvPr id="116" name="Subtítulo 9">
            <a:extLst>
              <a:ext uri="{FF2B5EF4-FFF2-40B4-BE49-F238E27FC236}">
                <a16:creationId xmlns:a16="http://schemas.microsoft.com/office/drawing/2014/main" id="{64451218-DDA8-BC81-7BD0-C0B2B939A37C}"/>
              </a:ext>
            </a:extLst>
          </p:cNvPr>
          <p:cNvSpPr txBox="1">
            <a:spLocks/>
          </p:cNvSpPr>
          <p:nvPr/>
        </p:nvSpPr>
        <p:spPr>
          <a:xfrm>
            <a:off x="8494910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20" name="Subtítulo 9">
            <a:extLst>
              <a:ext uri="{FF2B5EF4-FFF2-40B4-BE49-F238E27FC236}">
                <a16:creationId xmlns:a16="http://schemas.microsoft.com/office/drawing/2014/main" id="{B806EFAF-337E-F0B8-7572-6C443C94E24F}"/>
              </a:ext>
            </a:extLst>
          </p:cNvPr>
          <p:cNvSpPr txBox="1">
            <a:spLocks/>
          </p:cNvSpPr>
          <p:nvPr/>
        </p:nvSpPr>
        <p:spPr>
          <a:xfrm>
            <a:off x="9325010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23" name="Subtítulo 9">
            <a:extLst>
              <a:ext uri="{FF2B5EF4-FFF2-40B4-BE49-F238E27FC236}">
                <a16:creationId xmlns:a16="http://schemas.microsoft.com/office/drawing/2014/main" id="{78FBA1E0-67F1-5C70-D436-46322AE4FD4E}"/>
              </a:ext>
            </a:extLst>
          </p:cNvPr>
          <p:cNvSpPr txBox="1">
            <a:spLocks/>
          </p:cNvSpPr>
          <p:nvPr/>
        </p:nvSpPr>
        <p:spPr>
          <a:xfrm>
            <a:off x="8249894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25" name="Subtítulo 9">
            <a:extLst>
              <a:ext uri="{FF2B5EF4-FFF2-40B4-BE49-F238E27FC236}">
                <a16:creationId xmlns:a16="http://schemas.microsoft.com/office/drawing/2014/main" id="{49E39023-1114-5329-D3C8-A443C563F66C}"/>
              </a:ext>
            </a:extLst>
          </p:cNvPr>
          <p:cNvSpPr txBox="1">
            <a:spLocks/>
          </p:cNvSpPr>
          <p:nvPr/>
        </p:nvSpPr>
        <p:spPr>
          <a:xfrm>
            <a:off x="8565639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27" name="Subtítulo 9">
            <a:extLst>
              <a:ext uri="{FF2B5EF4-FFF2-40B4-BE49-F238E27FC236}">
                <a16:creationId xmlns:a16="http://schemas.microsoft.com/office/drawing/2014/main" id="{75BCC081-F35E-37DA-2D30-CF1FA37224A4}"/>
              </a:ext>
            </a:extLst>
          </p:cNvPr>
          <p:cNvSpPr txBox="1">
            <a:spLocks/>
          </p:cNvSpPr>
          <p:nvPr/>
        </p:nvSpPr>
        <p:spPr>
          <a:xfrm>
            <a:off x="9399341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325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11784-91F7-DEA1-C87D-C0A9CCCD5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DE15CB9F-5A02-669D-D5C9-01989B280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1132709"/>
            <a:ext cx="1904946" cy="1880592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781D1243-DAF2-BD7D-5900-93576B97AFAF}"/>
              </a:ext>
            </a:extLst>
          </p:cNvPr>
          <p:cNvSpPr txBox="1">
            <a:spLocks/>
          </p:cNvSpPr>
          <p:nvPr/>
        </p:nvSpPr>
        <p:spPr>
          <a:xfrm>
            <a:off x="2324261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941A2DBC-F43F-4DB7-CA66-0B996FA05FFC}"/>
              </a:ext>
            </a:extLst>
          </p:cNvPr>
          <p:cNvSpPr txBox="1">
            <a:spLocks/>
          </p:cNvSpPr>
          <p:nvPr/>
        </p:nvSpPr>
        <p:spPr>
          <a:xfrm>
            <a:off x="3154361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0E66B5F9-E0C2-C73D-B187-BB0CD62B542D}"/>
              </a:ext>
            </a:extLst>
          </p:cNvPr>
          <p:cNvSpPr txBox="1">
            <a:spLocks/>
          </p:cNvSpPr>
          <p:nvPr/>
        </p:nvSpPr>
        <p:spPr>
          <a:xfrm>
            <a:off x="2079245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56F3215E-2A82-2C7F-0780-EDF43BB8C6B1}"/>
              </a:ext>
            </a:extLst>
          </p:cNvPr>
          <p:cNvSpPr txBox="1">
            <a:spLocks/>
          </p:cNvSpPr>
          <p:nvPr/>
        </p:nvSpPr>
        <p:spPr>
          <a:xfrm>
            <a:off x="2394990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7BF26083-3CD9-8E33-84C3-F24611110210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4" name="Subtítulo 9">
            <a:extLst>
              <a:ext uri="{FF2B5EF4-FFF2-40B4-BE49-F238E27FC236}">
                <a16:creationId xmlns:a16="http://schemas.microsoft.com/office/drawing/2014/main" id="{CC940207-FACA-379C-7C68-59909195F3E0}"/>
              </a:ext>
            </a:extLst>
          </p:cNvPr>
          <p:cNvSpPr txBox="1">
            <a:spLocks/>
          </p:cNvSpPr>
          <p:nvPr/>
        </p:nvSpPr>
        <p:spPr>
          <a:xfrm>
            <a:off x="3228692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0E87862-6E19-43AA-6E06-2E1FB42EF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1132709"/>
            <a:ext cx="1904946" cy="1880592"/>
          </a:xfrm>
          <a:prstGeom prst="rect">
            <a:avLst/>
          </a:prstGeom>
        </p:spPr>
      </p:pic>
      <p:sp>
        <p:nvSpPr>
          <p:cNvPr id="12" name="Subtítulo 9">
            <a:extLst>
              <a:ext uri="{FF2B5EF4-FFF2-40B4-BE49-F238E27FC236}">
                <a16:creationId xmlns:a16="http://schemas.microsoft.com/office/drawing/2014/main" id="{42ACE454-2D0E-1289-4D0A-EA32D7FB19B5}"/>
              </a:ext>
            </a:extLst>
          </p:cNvPr>
          <p:cNvSpPr txBox="1">
            <a:spLocks/>
          </p:cNvSpPr>
          <p:nvPr/>
        </p:nvSpPr>
        <p:spPr>
          <a:xfrm>
            <a:off x="4381144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" name="Subtítulo 9">
            <a:extLst>
              <a:ext uri="{FF2B5EF4-FFF2-40B4-BE49-F238E27FC236}">
                <a16:creationId xmlns:a16="http://schemas.microsoft.com/office/drawing/2014/main" id="{C0C7A14D-1168-020A-8BFA-5690E5D53F7C}"/>
              </a:ext>
            </a:extLst>
          </p:cNvPr>
          <p:cNvSpPr txBox="1">
            <a:spLocks/>
          </p:cNvSpPr>
          <p:nvPr/>
        </p:nvSpPr>
        <p:spPr>
          <a:xfrm>
            <a:off x="5211244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7" name="Subtítulo 9">
            <a:extLst>
              <a:ext uri="{FF2B5EF4-FFF2-40B4-BE49-F238E27FC236}">
                <a16:creationId xmlns:a16="http://schemas.microsoft.com/office/drawing/2014/main" id="{EB9DEAAF-5198-A71A-4B83-282626E4998E}"/>
              </a:ext>
            </a:extLst>
          </p:cNvPr>
          <p:cNvSpPr txBox="1">
            <a:spLocks/>
          </p:cNvSpPr>
          <p:nvPr/>
        </p:nvSpPr>
        <p:spPr>
          <a:xfrm>
            <a:off x="4136128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9" name="Subtítulo 9">
            <a:extLst>
              <a:ext uri="{FF2B5EF4-FFF2-40B4-BE49-F238E27FC236}">
                <a16:creationId xmlns:a16="http://schemas.microsoft.com/office/drawing/2014/main" id="{766B339D-CE79-D5D1-FE1D-EDFB7DD2AC00}"/>
              </a:ext>
            </a:extLst>
          </p:cNvPr>
          <p:cNvSpPr txBox="1">
            <a:spLocks/>
          </p:cNvSpPr>
          <p:nvPr/>
        </p:nvSpPr>
        <p:spPr>
          <a:xfrm>
            <a:off x="4451873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21" name="Subtítulo 9">
            <a:extLst>
              <a:ext uri="{FF2B5EF4-FFF2-40B4-BE49-F238E27FC236}">
                <a16:creationId xmlns:a16="http://schemas.microsoft.com/office/drawing/2014/main" id="{EA06570D-0C83-8959-2608-DC1406A37A4D}"/>
              </a:ext>
            </a:extLst>
          </p:cNvPr>
          <p:cNvSpPr txBox="1">
            <a:spLocks/>
          </p:cNvSpPr>
          <p:nvPr/>
        </p:nvSpPr>
        <p:spPr>
          <a:xfrm>
            <a:off x="5285575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2DF19789-FDFC-33CA-AB1F-29B36F645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1142702"/>
            <a:ext cx="1904946" cy="1880592"/>
          </a:xfrm>
          <a:prstGeom prst="rect">
            <a:avLst/>
          </a:prstGeom>
        </p:spPr>
      </p:pic>
      <p:sp>
        <p:nvSpPr>
          <p:cNvPr id="25" name="Subtítulo 9">
            <a:extLst>
              <a:ext uri="{FF2B5EF4-FFF2-40B4-BE49-F238E27FC236}">
                <a16:creationId xmlns:a16="http://schemas.microsoft.com/office/drawing/2014/main" id="{58A59D9B-ED9F-FEB5-B462-ECCC1E8F6F47}"/>
              </a:ext>
            </a:extLst>
          </p:cNvPr>
          <p:cNvSpPr txBox="1">
            <a:spLocks/>
          </p:cNvSpPr>
          <p:nvPr/>
        </p:nvSpPr>
        <p:spPr>
          <a:xfrm>
            <a:off x="6438027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29614FB6-EFE1-12C8-4320-3ECF7D6A5598}"/>
              </a:ext>
            </a:extLst>
          </p:cNvPr>
          <p:cNvSpPr txBox="1">
            <a:spLocks/>
          </p:cNvSpPr>
          <p:nvPr/>
        </p:nvSpPr>
        <p:spPr>
          <a:xfrm>
            <a:off x="7268127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1" name="Subtítulo 9">
            <a:extLst>
              <a:ext uri="{FF2B5EF4-FFF2-40B4-BE49-F238E27FC236}">
                <a16:creationId xmlns:a16="http://schemas.microsoft.com/office/drawing/2014/main" id="{1C518BDE-56C5-EA7A-1D92-D483093B3B0A}"/>
              </a:ext>
            </a:extLst>
          </p:cNvPr>
          <p:cNvSpPr txBox="1">
            <a:spLocks/>
          </p:cNvSpPr>
          <p:nvPr/>
        </p:nvSpPr>
        <p:spPr>
          <a:xfrm>
            <a:off x="6193011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35" name="Subtítulo 9">
            <a:extLst>
              <a:ext uri="{FF2B5EF4-FFF2-40B4-BE49-F238E27FC236}">
                <a16:creationId xmlns:a16="http://schemas.microsoft.com/office/drawing/2014/main" id="{8D009992-0A47-02E9-C3C5-101CCC64F147}"/>
              </a:ext>
            </a:extLst>
          </p:cNvPr>
          <p:cNvSpPr txBox="1">
            <a:spLocks/>
          </p:cNvSpPr>
          <p:nvPr/>
        </p:nvSpPr>
        <p:spPr>
          <a:xfrm>
            <a:off x="6508756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37" name="Subtítulo 9">
            <a:extLst>
              <a:ext uri="{FF2B5EF4-FFF2-40B4-BE49-F238E27FC236}">
                <a16:creationId xmlns:a16="http://schemas.microsoft.com/office/drawing/2014/main" id="{6A829563-656C-7517-5FDE-D0E7EC150BD6}"/>
              </a:ext>
            </a:extLst>
          </p:cNvPr>
          <p:cNvSpPr txBox="1">
            <a:spLocks/>
          </p:cNvSpPr>
          <p:nvPr/>
        </p:nvSpPr>
        <p:spPr>
          <a:xfrm>
            <a:off x="7342458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EC4FD251-0A9B-101A-7D28-D21C9E619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1142702"/>
            <a:ext cx="1904946" cy="1880593"/>
          </a:xfrm>
          <a:prstGeom prst="rect">
            <a:avLst/>
          </a:prstGeom>
        </p:spPr>
      </p:pic>
      <p:sp>
        <p:nvSpPr>
          <p:cNvPr id="41" name="Subtítulo 9">
            <a:extLst>
              <a:ext uri="{FF2B5EF4-FFF2-40B4-BE49-F238E27FC236}">
                <a16:creationId xmlns:a16="http://schemas.microsoft.com/office/drawing/2014/main" id="{1CD228B9-7D6D-9B02-D9B8-7B8556063113}"/>
              </a:ext>
            </a:extLst>
          </p:cNvPr>
          <p:cNvSpPr txBox="1">
            <a:spLocks/>
          </p:cNvSpPr>
          <p:nvPr/>
        </p:nvSpPr>
        <p:spPr>
          <a:xfrm>
            <a:off x="8494910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3" name="Subtítulo 9">
            <a:extLst>
              <a:ext uri="{FF2B5EF4-FFF2-40B4-BE49-F238E27FC236}">
                <a16:creationId xmlns:a16="http://schemas.microsoft.com/office/drawing/2014/main" id="{52D89272-B188-C1A4-EB2D-CF8DCCB2215D}"/>
              </a:ext>
            </a:extLst>
          </p:cNvPr>
          <p:cNvSpPr txBox="1">
            <a:spLocks/>
          </p:cNvSpPr>
          <p:nvPr/>
        </p:nvSpPr>
        <p:spPr>
          <a:xfrm>
            <a:off x="9325010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3404F668-7FA2-53AA-18B2-6CDC48A58CC4}"/>
              </a:ext>
            </a:extLst>
          </p:cNvPr>
          <p:cNvSpPr txBox="1">
            <a:spLocks/>
          </p:cNvSpPr>
          <p:nvPr/>
        </p:nvSpPr>
        <p:spPr>
          <a:xfrm>
            <a:off x="8249894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89C38F18-0CAF-2C6D-FA86-A412981192AF}"/>
              </a:ext>
            </a:extLst>
          </p:cNvPr>
          <p:cNvSpPr txBox="1">
            <a:spLocks/>
          </p:cNvSpPr>
          <p:nvPr/>
        </p:nvSpPr>
        <p:spPr>
          <a:xfrm>
            <a:off x="8565639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49" name="Subtítulo 9">
            <a:extLst>
              <a:ext uri="{FF2B5EF4-FFF2-40B4-BE49-F238E27FC236}">
                <a16:creationId xmlns:a16="http://schemas.microsoft.com/office/drawing/2014/main" id="{AEC2B3D9-365C-9787-EB23-2405032CD12D}"/>
              </a:ext>
            </a:extLst>
          </p:cNvPr>
          <p:cNvSpPr txBox="1">
            <a:spLocks/>
          </p:cNvSpPr>
          <p:nvPr/>
        </p:nvSpPr>
        <p:spPr>
          <a:xfrm>
            <a:off x="9399341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90DBFA9C-429D-0332-0BFD-92AEF37DD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3431326"/>
            <a:ext cx="1904946" cy="1880592"/>
          </a:xfrm>
          <a:prstGeom prst="rect">
            <a:avLst/>
          </a:prstGeom>
        </p:spPr>
      </p:pic>
      <p:sp>
        <p:nvSpPr>
          <p:cNvPr id="53" name="Subtítulo 9">
            <a:extLst>
              <a:ext uri="{FF2B5EF4-FFF2-40B4-BE49-F238E27FC236}">
                <a16:creationId xmlns:a16="http://schemas.microsoft.com/office/drawing/2014/main" id="{4E091C1E-B8B4-1EF8-E1C1-F6B8C9F1B6D7}"/>
              </a:ext>
            </a:extLst>
          </p:cNvPr>
          <p:cNvSpPr txBox="1">
            <a:spLocks/>
          </p:cNvSpPr>
          <p:nvPr/>
        </p:nvSpPr>
        <p:spPr>
          <a:xfrm>
            <a:off x="2324261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5" name="Subtítulo 9">
            <a:extLst>
              <a:ext uri="{FF2B5EF4-FFF2-40B4-BE49-F238E27FC236}">
                <a16:creationId xmlns:a16="http://schemas.microsoft.com/office/drawing/2014/main" id="{DDC683C6-B192-A892-7CF9-03D2C2F6141C}"/>
              </a:ext>
            </a:extLst>
          </p:cNvPr>
          <p:cNvSpPr txBox="1">
            <a:spLocks/>
          </p:cNvSpPr>
          <p:nvPr/>
        </p:nvSpPr>
        <p:spPr>
          <a:xfrm>
            <a:off x="3154361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8" name="Subtítulo 9">
            <a:extLst>
              <a:ext uri="{FF2B5EF4-FFF2-40B4-BE49-F238E27FC236}">
                <a16:creationId xmlns:a16="http://schemas.microsoft.com/office/drawing/2014/main" id="{8BEA6BAB-768A-655E-0298-3444A538ED84}"/>
              </a:ext>
            </a:extLst>
          </p:cNvPr>
          <p:cNvSpPr txBox="1">
            <a:spLocks/>
          </p:cNvSpPr>
          <p:nvPr/>
        </p:nvSpPr>
        <p:spPr>
          <a:xfrm>
            <a:off x="2079245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C26DAD44-30C9-9120-ACDE-2E39A4C880CC}"/>
              </a:ext>
            </a:extLst>
          </p:cNvPr>
          <p:cNvSpPr txBox="1">
            <a:spLocks/>
          </p:cNvSpPr>
          <p:nvPr/>
        </p:nvSpPr>
        <p:spPr>
          <a:xfrm>
            <a:off x="2394990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65" name="Subtítulo 9">
            <a:extLst>
              <a:ext uri="{FF2B5EF4-FFF2-40B4-BE49-F238E27FC236}">
                <a16:creationId xmlns:a16="http://schemas.microsoft.com/office/drawing/2014/main" id="{0E0F4496-D29C-2DC4-9414-B08589B5E19A}"/>
              </a:ext>
            </a:extLst>
          </p:cNvPr>
          <p:cNvSpPr txBox="1">
            <a:spLocks/>
          </p:cNvSpPr>
          <p:nvPr/>
        </p:nvSpPr>
        <p:spPr>
          <a:xfrm>
            <a:off x="3228692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67" name="Imagem 66">
            <a:extLst>
              <a:ext uri="{FF2B5EF4-FFF2-40B4-BE49-F238E27FC236}">
                <a16:creationId xmlns:a16="http://schemas.microsoft.com/office/drawing/2014/main" id="{9231F65B-2488-A613-0132-958D50A96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3431326"/>
            <a:ext cx="1904946" cy="1880592"/>
          </a:xfrm>
          <a:prstGeom prst="rect">
            <a:avLst/>
          </a:prstGeom>
        </p:spPr>
      </p:pic>
      <p:sp>
        <p:nvSpPr>
          <p:cNvPr id="69" name="Subtítulo 9">
            <a:extLst>
              <a:ext uri="{FF2B5EF4-FFF2-40B4-BE49-F238E27FC236}">
                <a16:creationId xmlns:a16="http://schemas.microsoft.com/office/drawing/2014/main" id="{CBA1B78A-0710-0BB7-C660-F59DE4C18D39}"/>
              </a:ext>
            </a:extLst>
          </p:cNvPr>
          <p:cNvSpPr txBox="1">
            <a:spLocks/>
          </p:cNvSpPr>
          <p:nvPr/>
        </p:nvSpPr>
        <p:spPr>
          <a:xfrm>
            <a:off x="4381144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71" name="Subtítulo 9">
            <a:extLst>
              <a:ext uri="{FF2B5EF4-FFF2-40B4-BE49-F238E27FC236}">
                <a16:creationId xmlns:a16="http://schemas.microsoft.com/office/drawing/2014/main" id="{EDA666CF-0395-7A30-27A4-BB46AAF57322}"/>
              </a:ext>
            </a:extLst>
          </p:cNvPr>
          <p:cNvSpPr txBox="1">
            <a:spLocks/>
          </p:cNvSpPr>
          <p:nvPr/>
        </p:nvSpPr>
        <p:spPr>
          <a:xfrm>
            <a:off x="5211244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09AB1029-A7D3-4C2E-CD63-075AFA9F43DF}"/>
              </a:ext>
            </a:extLst>
          </p:cNvPr>
          <p:cNvSpPr txBox="1">
            <a:spLocks/>
          </p:cNvSpPr>
          <p:nvPr/>
        </p:nvSpPr>
        <p:spPr>
          <a:xfrm>
            <a:off x="4136128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80" name="Subtítulo 9">
            <a:extLst>
              <a:ext uri="{FF2B5EF4-FFF2-40B4-BE49-F238E27FC236}">
                <a16:creationId xmlns:a16="http://schemas.microsoft.com/office/drawing/2014/main" id="{DAFB665D-DFCE-7A86-A65C-9BB6F850421F}"/>
              </a:ext>
            </a:extLst>
          </p:cNvPr>
          <p:cNvSpPr txBox="1">
            <a:spLocks/>
          </p:cNvSpPr>
          <p:nvPr/>
        </p:nvSpPr>
        <p:spPr>
          <a:xfrm>
            <a:off x="4451873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84" name="Subtítulo 9">
            <a:extLst>
              <a:ext uri="{FF2B5EF4-FFF2-40B4-BE49-F238E27FC236}">
                <a16:creationId xmlns:a16="http://schemas.microsoft.com/office/drawing/2014/main" id="{E8631D28-0067-7AF1-320A-C9F2A8DC8ECD}"/>
              </a:ext>
            </a:extLst>
          </p:cNvPr>
          <p:cNvSpPr txBox="1">
            <a:spLocks/>
          </p:cNvSpPr>
          <p:nvPr/>
        </p:nvSpPr>
        <p:spPr>
          <a:xfrm>
            <a:off x="5285575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8" name="Imagem 87">
            <a:extLst>
              <a:ext uri="{FF2B5EF4-FFF2-40B4-BE49-F238E27FC236}">
                <a16:creationId xmlns:a16="http://schemas.microsoft.com/office/drawing/2014/main" id="{29F2DD17-E682-4CD6-C889-75DB78C92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3441319"/>
            <a:ext cx="1904946" cy="1880592"/>
          </a:xfrm>
          <a:prstGeom prst="rect">
            <a:avLst/>
          </a:prstGeom>
        </p:spPr>
      </p:pic>
      <p:sp>
        <p:nvSpPr>
          <p:cNvPr id="92" name="Subtítulo 9">
            <a:extLst>
              <a:ext uri="{FF2B5EF4-FFF2-40B4-BE49-F238E27FC236}">
                <a16:creationId xmlns:a16="http://schemas.microsoft.com/office/drawing/2014/main" id="{B709F201-35C5-C600-970E-1148405FFBA9}"/>
              </a:ext>
            </a:extLst>
          </p:cNvPr>
          <p:cNvSpPr txBox="1">
            <a:spLocks/>
          </p:cNvSpPr>
          <p:nvPr/>
        </p:nvSpPr>
        <p:spPr>
          <a:xfrm>
            <a:off x="6438027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96" name="Subtítulo 9">
            <a:extLst>
              <a:ext uri="{FF2B5EF4-FFF2-40B4-BE49-F238E27FC236}">
                <a16:creationId xmlns:a16="http://schemas.microsoft.com/office/drawing/2014/main" id="{09D96305-86DC-118A-A787-435FB82279C3}"/>
              </a:ext>
            </a:extLst>
          </p:cNvPr>
          <p:cNvSpPr txBox="1">
            <a:spLocks/>
          </p:cNvSpPr>
          <p:nvPr/>
        </p:nvSpPr>
        <p:spPr>
          <a:xfrm>
            <a:off x="7268127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00" name="Subtítulo 9">
            <a:extLst>
              <a:ext uri="{FF2B5EF4-FFF2-40B4-BE49-F238E27FC236}">
                <a16:creationId xmlns:a16="http://schemas.microsoft.com/office/drawing/2014/main" id="{C3178F2C-DF0D-B751-EEB9-FCF7E69EDEC9}"/>
              </a:ext>
            </a:extLst>
          </p:cNvPr>
          <p:cNvSpPr txBox="1">
            <a:spLocks/>
          </p:cNvSpPr>
          <p:nvPr/>
        </p:nvSpPr>
        <p:spPr>
          <a:xfrm>
            <a:off x="6193011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04" name="Subtítulo 9">
            <a:extLst>
              <a:ext uri="{FF2B5EF4-FFF2-40B4-BE49-F238E27FC236}">
                <a16:creationId xmlns:a16="http://schemas.microsoft.com/office/drawing/2014/main" id="{B55E28E9-6DE8-7B8D-6E28-1E154C39DFCF}"/>
              </a:ext>
            </a:extLst>
          </p:cNvPr>
          <p:cNvSpPr txBox="1">
            <a:spLocks/>
          </p:cNvSpPr>
          <p:nvPr/>
        </p:nvSpPr>
        <p:spPr>
          <a:xfrm>
            <a:off x="6508756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08" name="Subtítulo 9">
            <a:extLst>
              <a:ext uri="{FF2B5EF4-FFF2-40B4-BE49-F238E27FC236}">
                <a16:creationId xmlns:a16="http://schemas.microsoft.com/office/drawing/2014/main" id="{E5F240E5-9DDF-83D4-FBB3-6EF8FE171260}"/>
              </a:ext>
            </a:extLst>
          </p:cNvPr>
          <p:cNvSpPr txBox="1">
            <a:spLocks/>
          </p:cNvSpPr>
          <p:nvPr/>
        </p:nvSpPr>
        <p:spPr>
          <a:xfrm>
            <a:off x="7342458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112" name="Imagem 111">
            <a:extLst>
              <a:ext uri="{FF2B5EF4-FFF2-40B4-BE49-F238E27FC236}">
                <a16:creationId xmlns:a16="http://schemas.microsoft.com/office/drawing/2014/main" id="{B2BFA84F-1A64-E7D7-D570-A79DE98DB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3441319"/>
            <a:ext cx="1904946" cy="1880592"/>
          </a:xfrm>
          <a:prstGeom prst="rect">
            <a:avLst/>
          </a:prstGeom>
        </p:spPr>
      </p:pic>
      <p:sp>
        <p:nvSpPr>
          <p:cNvPr id="116" name="Subtítulo 9">
            <a:extLst>
              <a:ext uri="{FF2B5EF4-FFF2-40B4-BE49-F238E27FC236}">
                <a16:creationId xmlns:a16="http://schemas.microsoft.com/office/drawing/2014/main" id="{242E413D-0017-D6BF-734E-CCB3184B7904}"/>
              </a:ext>
            </a:extLst>
          </p:cNvPr>
          <p:cNvSpPr txBox="1">
            <a:spLocks/>
          </p:cNvSpPr>
          <p:nvPr/>
        </p:nvSpPr>
        <p:spPr>
          <a:xfrm>
            <a:off x="8494910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20" name="Subtítulo 9">
            <a:extLst>
              <a:ext uri="{FF2B5EF4-FFF2-40B4-BE49-F238E27FC236}">
                <a16:creationId xmlns:a16="http://schemas.microsoft.com/office/drawing/2014/main" id="{A33F9154-0C31-B014-95C2-8C916E502052}"/>
              </a:ext>
            </a:extLst>
          </p:cNvPr>
          <p:cNvSpPr txBox="1">
            <a:spLocks/>
          </p:cNvSpPr>
          <p:nvPr/>
        </p:nvSpPr>
        <p:spPr>
          <a:xfrm>
            <a:off x="9325010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23" name="Subtítulo 9">
            <a:extLst>
              <a:ext uri="{FF2B5EF4-FFF2-40B4-BE49-F238E27FC236}">
                <a16:creationId xmlns:a16="http://schemas.microsoft.com/office/drawing/2014/main" id="{3D58FF56-782F-2CAA-232B-D2F5C8C889CC}"/>
              </a:ext>
            </a:extLst>
          </p:cNvPr>
          <p:cNvSpPr txBox="1">
            <a:spLocks/>
          </p:cNvSpPr>
          <p:nvPr/>
        </p:nvSpPr>
        <p:spPr>
          <a:xfrm>
            <a:off x="8249894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25" name="Subtítulo 9">
            <a:extLst>
              <a:ext uri="{FF2B5EF4-FFF2-40B4-BE49-F238E27FC236}">
                <a16:creationId xmlns:a16="http://schemas.microsoft.com/office/drawing/2014/main" id="{C17323C8-BE0E-822F-6A50-8ECFE0812BF7}"/>
              </a:ext>
            </a:extLst>
          </p:cNvPr>
          <p:cNvSpPr txBox="1">
            <a:spLocks/>
          </p:cNvSpPr>
          <p:nvPr/>
        </p:nvSpPr>
        <p:spPr>
          <a:xfrm>
            <a:off x="8565639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27" name="Subtítulo 9">
            <a:extLst>
              <a:ext uri="{FF2B5EF4-FFF2-40B4-BE49-F238E27FC236}">
                <a16:creationId xmlns:a16="http://schemas.microsoft.com/office/drawing/2014/main" id="{A2E3E6FE-50C4-0436-48F8-B8AD411F2B15}"/>
              </a:ext>
            </a:extLst>
          </p:cNvPr>
          <p:cNvSpPr txBox="1">
            <a:spLocks/>
          </p:cNvSpPr>
          <p:nvPr/>
        </p:nvSpPr>
        <p:spPr>
          <a:xfrm>
            <a:off x="9399341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82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0B335-3C29-7D01-8BD0-76C0EFE5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9074B1D5-2E96-58F6-C5FF-166C34075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1132709"/>
            <a:ext cx="1904945" cy="1880592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374B8A3C-1694-5C80-6AA6-09F96BD466EB}"/>
              </a:ext>
            </a:extLst>
          </p:cNvPr>
          <p:cNvSpPr txBox="1">
            <a:spLocks/>
          </p:cNvSpPr>
          <p:nvPr/>
        </p:nvSpPr>
        <p:spPr>
          <a:xfrm>
            <a:off x="2324261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62F760D6-C250-A9F5-D91E-C73F649D3BDC}"/>
              </a:ext>
            </a:extLst>
          </p:cNvPr>
          <p:cNvSpPr txBox="1">
            <a:spLocks/>
          </p:cNvSpPr>
          <p:nvPr/>
        </p:nvSpPr>
        <p:spPr>
          <a:xfrm>
            <a:off x="3154361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EF8F3128-7642-5A30-0401-F953B7A5C63A}"/>
              </a:ext>
            </a:extLst>
          </p:cNvPr>
          <p:cNvSpPr txBox="1">
            <a:spLocks/>
          </p:cNvSpPr>
          <p:nvPr/>
        </p:nvSpPr>
        <p:spPr>
          <a:xfrm>
            <a:off x="2079245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B73D2ED6-89E1-29CD-1CFF-A88C0D512649}"/>
              </a:ext>
            </a:extLst>
          </p:cNvPr>
          <p:cNvSpPr txBox="1">
            <a:spLocks/>
          </p:cNvSpPr>
          <p:nvPr/>
        </p:nvSpPr>
        <p:spPr>
          <a:xfrm>
            <a:off x="2394990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4D1213CB-40C6-4A45-B2C6-8EBB47C3D5ED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4" name="Subtítulo 9">
            <a:extLst>
              <a:ext uri="{FF2B5EF4-FFF2-40B4-BE49-F238E27FC236}">
                <a16:creationId xmlns:a16="http://schemas.microsoft.com/office/drawing/2014/main" id="{101B32B7-4873-91D5-218E-696B58A3B241}"/>
              </a:ext>
            </a:extLst>
          </p:cNvPr>
          <p:cNvSpPr txBox="1">
            <a:spLocks/>
          </p:cNvSpPr>
          <p:nvPr/>
        </p:nvSpPr>
        <p:spPr>
          <a:xfrm>
            <a:off x="3228692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6219739-A592-FF6C-2591-B92BC9199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1132709"/>
            <a:ext cx="1904945" cy="1880592"/>
          </a:xfrm>
          <a:prstGeom prst="rect">
            <a:avLst/>
          </a:prstGeom>
        </p:spPr>
      </p:pic>
      <p:sp>
        <p:nvSpPr>
          <p:cNvPr id="12" name="Subtítulo 9">
            <a:extLst>
              <a:ext uri="{FF2B5EF4-FFF2-40B4-BE49-F238E27FC236}">
                <a16:creationId xmlns:a16="http://schemas.microsoft.com/office/drawing/2014/main" id="{0658D70F-8D1E-B64D-37F4-F99E92D80EB7}"/>
              </a:ext>
            </a:extLst>
          </p:cNvPr>
          <p:cNvSpPr txBox="1">
            <a:spLocks/>
          </p:cNvSpPr>
          <p:nvPr/>
        </p:nvSpPr>
        <p:spPr>
          <a:xfrm>
            <a:off x="4381144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" name="Subtítulo 9">
            <a:extLst>
              <a:ext uri="{FF2B5EF4-FFF2-40B4-BE49-F238E27FC236}">
                <a16:creationId xmlns:a16="http://schemas.microsoft.com/office/drawing/2014/main" id="{241957A4-F5EA-77A2-B999-0CE3FA550010}"/>
              </a:ext>
            </a:extLst>
          </p:cNvPr>
          <p:cNvSpPr txBox="1">
            <a:spLocks/>
          </p:cNvSpPr>
          <p:nvPr/>
        </p:nvSpPr>
        <p:spPr>
          <a:xfrm>
            <a:off x="5211244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7" name="Subtítulo 9">
            <a:extLst>
              <a:ext uri="{FF2B5EF4-FFF2-40B4-BE49-F238E27FC236}">
                <a16:creationId xmlns:a16="http://schemas.microsoft.com/office/drawing/2014/main" id="{04524286-1851-7BAE-59F3-594F54BE1C9B}"/>
              </a:ext>
            </a:extLst>
          </p:cNvPr>
          <p:cNvSpPr txBox="1">
            <a:spLocks/>
          </p:cNvSpPr>
          <p:nvPr/>
        </p:nvSpPr>
        <p:spPr>
          <a:xfrm>
            <a:off x="4136128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9" name="Subtítulo 9">
            <a:extLst>
              <a:ext uri="{FF2B5EF4-FFF2-40B4-BE49-F238E27FC236}">
                <a16:creationId xmlns:a16="http://schemas.microsoft.com/office/drawing/2014/main" id="{A32B8577-0909-344F-5A8E-C542FE4C75CB}"/>
              </a:ext>
            </a:extLst>
          </p:cNvPr>
          <p:cNvSpPr txBox="1">
            <a:spLocks/>
          </p:cNvSpPr>
          <p:nvPr/>
        </p:nvSpPr>
        <p:spPr>
          <a:xfrm>
            <a:off x="4451873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21" name="Subtítulo 9">
            <a:extLst>
              <a:ext uri="{FF2B5EF4-FFF2-40B4-BE49-F238E27FC236}">
                <a16:creationId xmlns:a16="http://schemas.microsoft.com/office/drawing/2014/main" id="{AE482703-C51E-4064-CD4E-E13C4B79BFD0}"/>
              </a:ext>
            </a:extLst>
          </p:cNvPr>
          <p:cNvSpPr txBox="1">
            <a:spLocks/>
          </p:cNvSpPr>
          <p:nvPr/>
        </p:nvSpPr>
        <p:spPr>
          <a:xfrm>
            <a:off x="5285575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949F6B44-92B8-BB16-F33A-140E31F489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1142702"/>
            <a:ext cx="1904945" cy="1880592"/>
          </a:xfrm>
          <a:prstGeom prst="rect">
            <a:avLst/>
          </a:prstGeom>
        </p:spPr>
      </p:pic>
      <p:sp>
        <p:nvSpPr>
          <p:cNvPr id="25" name="Subtítulo 9">
            <a:extLst>
              <a:ext uri="{FF2B5EF4-FFF2-40B4-BE49-F238E27FC236}">
                <a16:creationId xmlns:a16="http://schemas.microsoft.com/office/drawing/2014/main" id="{38E6AE7A-F5A7-C692-E322-F733C8F2171C}"/>
              </a:ext>
            </a:extLst>
          </p:cNvPr>
          <p:cNvSpPr txBox="1">
            <a:spLocks/>
          </p:cNvSpPr>
          <p:nvPr/>
        </p:nvSpPr>
        <p:spPr>
          <a:xfrm>
            <a:off x="6438027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90014961-D8D0-DFD2-45E1-4A6540884A7A}"/>
              </a:ext>
            </a:extLst>
          </p:cNvPr>
          <p:cNvSpPr txBox="1">
            <a:spLocks/>
          </p:cNvSpPr>
          <p:nvPr/>
        </p:nvSpPr>
        <p:spPr>
          <a:xfrm>
            <a:off x="7268127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1" name="Subtítulo 9">
            <a:extLst>
              <a:ext uri="{FF2B5EF4-FFF2-40B4-BE49-F238E27FC236}">
                <a16:creationId xmlns:a16="http://schemas.microsoft.com/office/drawing/2014/main" id="{21D5DD38-55E5-1070-822E-8453B825541A}"/>
              </a:ext>
            </a:extLst>
          </p:cNvPr>
          <p:cNvSpPr txBox="1">
            <a:spLocks/>
          </p:cNvSpPr>
          <p:nvPr/>
        </p:nvSpPr>
        <p:spPr>
          <a:xfrm>
            <a:off x="6193011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35" name="Subtítulo 9">
            <a:extLst>
              <a:ext uri="{FF2B5EF4-FFF2-40B4-BE49-F238E27FC236}">
                <a16:creationId xmlns:a16="http://schemas.microsoft.com/office/drawing/2014/main" id="{05AFA238-A0CE-F4FB-B5F8-D74A136A4342}"/>
              </a:ext>
            </a:extLst>
          </p:cNvPr>
          <p:cNvSpPr txBox="1">
            <a:spLocks/>
          </p:cNvSpPr>
          <p:nvPr/>
        </p:nvSpPr>
        <p:spPr>
          <a:xfrm>
            <a:off x="6508756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37" name="Subtítulo 9">
            <a:extLst>
              <a:ext uri="{FF2B5EF4-FFF2-40B4-BE49-F238E27FC236}">
                <a16:creationId xmlns:a16="http://schemas.microsoft.com/office/drawing/2014/main" id="{947B08F7-FAD1-43E2-C5E0-2AB820856501}"/>
              </a:ext>
            </a:extLst>
          </p:cNvPr>
          <p:cNvSpPr txBox="1">
            <a:spLocks/>
          </p:cNvSpPr>
          <p:nvPr/>
        </p:nvSpPr>
        <p:spPr>
          <a:xfrm>
            <a:off x="7342458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E44E639-BC0D-8E1F-CE95-E9D5A8BA0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1142702"/>
            <a:ext cx="1904946" cy="1880592"/>
          </a:xfrm>
          <a:prstGeom prst="rect">
            <a:avLst/>
          </a:prstGeom>
        </p:spPr>
      </p:pic>
      <p:sp>
        <p:nvSpPr>
          <p:cNvPr id="41" name="Subtítulo 9">
            <a:extLst>
              <a:ext uri="{FF2B5EF4-FFF2-40B4-BE49-F238E27FC236}">
                <a16:creationId xmlns:a16="http://schemas.microsoft.com/office/drawing/2014/main" id="{C69F7A59-B1E2-6BFA-06FB-07062FE236FD}"/>
              </a:ext>
            </a:extLst>
          </p:cNvPr>
          <p:cNvSpPr txBox="1">
            <a:spLocks/>
          </p:cNvSpPr>
          <p:nvPr/>
        </p:nvSpPr>
        <p:spPr>
          <a:xfrm>
            <a:off x="8494910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3" name="Subtítulo 9">
            <a:extLst>
              <a:ext uri="{FF2B5EF4-FFF2-40B4-BE49-F238E27FC236}">
                <a16:creationId xmlns:a16="http://schemas.microsoft.com/office/drawing/2014/main" id="{BE3C4572-7C3B-B739-066C-0865C5BB1FB4}"/>
              </a:ext>
            </a:extLst>
          </p:cNvPr>
          <p:cNvSpPr txBox="1">
            <a:spLocks/>
          </p:cNvSpPr>
          <p:nvPr/>
        </p:nvSpPr>
        <p:spPr>
          <a:xfrm>
            <a:off x="9325010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E0A59278-FD84-1F1B-6025-3731024FA0EF}"/>
              </a:ext>
            </a:extLst>
          </p:cNvPr>
          <p:cNvSpPr txBox="1">
            <a:spLocks/>
          </p:cNvSpPr>
          <p:nvPr/>
        </p:nvSpPr>
        <p:spPr>
          <a:xfrm>
            <a:off x="8249894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AC291E84-91CD-78B9-BE5A-7AA7D6B21CA8}"/>
              </a:ext>
            </a:extLst>
          </p:cNvPr>
          <p:cNvSpPr txBox="1">
            <a:spLocks/>
          </p:cNvSpPr>
          <p:nvPr/>
        </p:nvSpPr>
        <p:spPr>
          <a:xfrm>
            <a:off x="8565639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49" name="Subtítulo 9">
            <a:extLst>
              <a:ext uri="{FF2B5EF4-FFF2-40B4-BE49-F238E27FC236}">
                <a16:creationId xmlns:a16="http://schemas.microsoft.com/office/drawing/2014/main" id="{3EE95A10-7EAC-A819-EE6A-D89DC2B1A57B}"/>
              </a:ext>
            </a:extLst>
          </p:cNvPr>
          <p:cNvSpPr txBox="1">
            <a:spLocks/>
          </p:cNvSpPr>
          <p:nvPr/>
        </p:nvSpPr>
        <p:spPr>
          <a:xfrm>
            <a:off x="9399341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112105CF-5C4D-4EA7-176E-ADE8F1B0E3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3431326"/>
            <a:ext cx="1904945" cy="1880592"/>
          </a:xfrm>
          <a:prstGeom prst="rect">
            <a:avLst/>
          </a:prstGeom>
        </p:spPr>
      </p:pic>
      <p:sp>
        <p:nvSpPr>
          <p:cNvPr id="53" name="Subtítulo 9">
            <a:extLst>
              <a:ext uri="{FF2B5EF4-FFF2-40B4-BE49-F238E27FC236}">
                <a16:creationId xmlns:a16="http://schemas.microsoft.com/office/drawing/2014/main" id="{04382D30-04BC-FB1D-2B3A-CECA3C6C32B9}"/>
              </a:ext>
            </a:extLst>
          </p:cNvPr>
          <p:cNvSpPr txBox="1">
            <a:spLocks/>
          </p:cNvSpPr>
          <p:nvPr/>
        </p:nvSpPr>
        <p:spPr>
          <a:xfrm>
            <a:off x="2324261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5" name="Subtítulo 9">
            <a:extLst>
              <a:ext uri="{FF2B5EF4-FFF2-40B4-BE49-F238E27FC236}">
                <a16:creationId xmlns:a16="http://schemas.microsoft.com/office/drawing/2014/main" id="{3554D6DD-755E-5F36-F50C-40C272D8E184}"/>
              </a:ext>
            </a:extLst>
          </p:cNvPr>
          <p:cNvSpPr txBox="1">
            <a:spLocks/>
          </p:cNvSpPr>
          <p:nvPr/>
        </p:nvSpPr>
        <p:spPr>
          <a:xfrm>
            <a:off x="3154361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8" name="Subtítulo 9">
            <a:extLst>
              <a:ext uri="{FF2B5EF4-FFF2-40B4-BE49-F238E27FC236}">
                <a16:creationId xmlns:a16="http://schemas.microsoft.com/office/drawing/2014/main" id="{DCFC358E-16F6-2BE3-F184-28D96E529659}"/>
              </a:ext>
            </a:extLst>
          </p:cNvPr>
          <p:cNvSpPr txBox="1">
            <a:spLocks/>
          </p:cNvSpPr>
          <p:nvPr/>
        </p:nvSpPr>
        <p:spPr>
          <a:xfrm>
            <a:off x="2079245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36DFC85B-2E4C-B843-2015-0C11ACAD3324}"/>
              </a:ext>
            </a:extLst>
          </p:cNvPr>
          <p:cNvSpPr txBox="1">
            <a:spLocks/>
          </p:cNvSpPr>
          <p:nvPr/>
        </p:nvSpPr>
        <p:spPr>
          <a:xfrm>
            <a:off x="2394990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65" name="Subtítulo 9">
            <a:extLst>
              <a:ext uri="{FF2B5EF4-FFF2-40B4-BE49-F238E27FC236}">
                <a16:creationId xmlns:a16="http://schemas.microsoft.com/office/drawing/2014/main" id="{1530F736-428A-5C6A-8B3D-8F867E478C3B}"/>
              </a:ext>
            </a:extLst>
          </p:cNvPr>
          <p:cNvSpPr txBox="1">
            <a:spLocks/>
          </p:cNvSpPr>
          <p:nvPr/>
        </p:nvSpPr>
        <p:spPr>
          <a:xfrm>
            <a:off x="3228692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67" name="Imagem 66">
            <a:extLst>
              <a:ext uri="{FF2B5EF4-FFF2-40B4-BE49-F238E27FC236}">
                <a16:creationId xmlns:a16="http://schemas.microsoft.com/office/drawing/2014/main" id="{08A08941-2CFA-92F7-33FA-33164518A5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3431326"/>
            <a:ext cx="1904945" cy="1880592"/>
          </a:xfrm>
          <a:prstGeom prst="rect">
            <a:avLst/>
          </a:prstGeom>
        </p:spPr>
      </p:pic>
      <p:sp>
        <p:nvSpPr>
          <p:cNvPr id="69" name="Subtítulo 9">
            <a:extLst>
              <a:ext uri="{FF2B5EF4-FFF2-40B4-BE49-F238E27FC236}">
                <a16:creationId xmlns:a16="http://schemas.microsoft.com/office/drawing/2014/main" id="{3078A303-D704-C218-19BE-FB889755A2F7}"/>
              </a:ext>
            </a:extLst>
          </p:cNvPr>
          <p:cNvSpPr txBox="1">
            <a:spLocks/>
          </p:cNvSpPr>
          <p:nvPr/>
        </p:nvSpPr>
        <p:spPr>
          <a:xfrm>
            <a:off x="4381144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71" name="Subtítulo 9">
            <a:extLst>
              <a:ext uri="{FF2B5EF4-FFF2-40B4-BE49-F238E27FC236}">
                <a16:creationId xmlns:a16="http://schemas.microsoft.com/office/drawing/2014/main" id="{FD291C36-B76E-AF9D-F073-346F35E40155}"/>
              </a:ext>
            </a:extLst>
          </p:cNvPr>
          <p:cNvSpPr txBox="1">
            <a:spLocks/>
          </p:cNvSpPr>
          <p:nvPr/>
        </p:nvSpPr>
        <p:spPr>
          <a:xfrm>
            <a:off x="5211244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721E889F-9F37-48D8-0159-518CE4BC638F}"/>
              </a:ext>
            </a:extLst>
          </p:cNvPr>
          <p:cNvSpPr txBox="1">
            <a:spLocks/>
          </p:cNvSpPr>
          <p:nvPr/>
        </p:nvSpPr>
        <p:spPr>
          <a:xfrm>
            <a:off x="4136128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80" name="Subtítulo 9">
            <a:extLst>
              <a:ext uri="{FF2B5EF4-FFF2-40B4-BE49-F238E27FC236}">
                <a16:creationId xmlns:a16="http://schemas.microsoft.com/office/drawing/2014/main" id="{8F893F61-F664-246B-CE4C-AE5FB3E7A1AB}"/>
              </a:ext>
            </a:extLst>
          </p:cNvPr>
          <p:cNvSpPr txBox="1">
            <a:spLocks/>
          </p:cNvSpPr>
          <p:nvPr/>
        </p:nvSpPr>
        <p:spPr>
          <a:xfrm>
            <a:off x="4451873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84" name="Subtítulo 9">
            <a:extLst>
              <a:ext uri="{FF2B5EF4-FFF2-40B4-BE49-F238E27FC236}">
                <a16:creationId xmlns:a16="http://schemas.microsoft.com/office/drawing/2014/main" id="{57588A94-AC5F-FE7E-F63D-61380AFC64C1}"/>
              </a:ext>
            </a:extLst>
          </p:cNvPr>
          <p:cNvSpPr txBox="1">
            <a:spLocks/>
          </p:cNvSpPr>
          <p:nvPr/>
        </p:nvSpPr>
        <p:spPr>
          <a:xfrm>
            <a:off x="5285575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8" name="Imagem 87">
            <a:extLst>
              <a:ext uri="{FF2B5EF4-FFF2-40B4-BE49-F238E27FC236}">
                <a16:creationId xmlns:a16="http://schemas.microsoft.com/office/drawing/2014/main" id="{177F2873-C3C9-8D1A-F4DC-665859499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3441319"/>
            <a:ext cx="1904945" cy="1880592"/>
          </a:xfrm>
          <a:prstGeom prst="rect">
            <a:avLst/>
          </a:prstGeom>
        </p:spPr>
      </p:pic>
      <p:sp>
        <p:nvSpPr>
          <p:cNvPr id="92" name="Subtítulo 9">
            <a:extLst>
              <a:ext uri="{FF2B5EF4-FFF2-40B4-BE49-F238E27FC236}">
                <a16:creationId xmlns:a16="http://schemas.microsoft.com/office/drawing/2014/main" id="{F04BD74E-6C8F-7CEB-6D05-7CF3E55D1507}"/>
              </a:ext>
            </a:extLst>
          </p:cNvPr>
          <p:cNvSpPr txBox="1">
            <a:spLocks/>
          </p:cNvSpPr>
          <p:nvPr/>
        </p:nvSpPr>
        <p:spPr>
          <a:xfrm>
            <a:off x="6438027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96" name="Subtítulo 9">
            <a:extLst>
              <a:ext uri="{FF2B5EF4-FFF2-40B4-BE49-F238E27FC236}">
                <a16:creationId xmlns:a16="http://schemas.microsoft.com/office/drawing/2014/main" id="{81C88A87-F57A-078C-AFA8-7D683FA06C72}"/>
              </a:ext>
            </a:extLst>
          </p:cNvPr>
          <p:cNvSpPr txBox="1">
            <a:spLocks/>
          </p:cNvSpPr>
          <p:nvPr/>
        </p:nvSpPr>
        <p:spPr>
          <a:xfrm>
            <a:off x="7268127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00" name="Subtítulo 9">
            <a:extLst>
              <a:ext uri="{FF2B5EF4-FFF2-40B4-BE49-F238E27FC236}">
                <a16:creationId xmlns:a16="http://schemas.microsoft.com/office/drawing/2014/main" id="{AED4AAD6-C102-9C34-AE93-26735D76D54F}"/>
              </a:ext>
            </a:extLst>
          </p:cNvPr>
          <p:cNvSpPr txBox="1">
            <a:spLocks/>
          </p:cNvSpPr>
          <p:nvPr/>
        </p:nvSpPr>
        <p:spPr>
          <a:xfrm>
            <a:off x="6193011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04" name="Subtítulo 9">
            <a:extLst>
              <a:ext uri="{FF2B5EF4-FFF2-40B4-BE49-F238E27FC236}">
                <a16:creationId xmlns:a16="http://schemas.microsoft.com/office/drawing/2014/main" id="{DB159C3E-DD90-0847-6586-2E9BE3478630}"/>
              </a:ext>
            </a:extLst>
          </p:cNvPr>
          <p:cNvSpPr txBox="1">
            <a:spLocks/>
          </p:cNvSpPr>
          <p:nvPr/>
        </p:nvSpPr>
        <p:spPr>
          <a:xfrm>
            <a:off x="6508756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08" name="Subtítulo 9">
            <a:extLst>
              <a:ext uri="{FF2B5EF4-FFF2-40B4-BE49-F238E27FC236}">
                <a16:creationId xmlns:a16="http://schemas.microsoft.com/office/drawing/2014/main" id="{5F26E906-7C70-8B53-FF30-4E7B9B558B63}"/>
              </a:ext>
            </a:extLst>
          </p:cNvPr>
          <p:cNvSpPr txBox="1">
            <a:spLocks/>
          </p:cNvSpPr>
          <p:nvPr/>
        </p:nvSpPr>
        <p:spPr>
          <a:xfrm>
            <a:off x="7342458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112" name="Imagem 111">
            <a:extLst>
              <a:ext uri="{FF2B5EF4-FFF2-40B4-BE49-F238E27FC236}">
                <a16:creationId xmlns:a16="http://schemas.microsoft.com/office/drawing/2014/main" id="{026CC950-2ACB-1CF3-1745-A9422E196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3441319"/>
            <a:ext cx="1904945" cy="1880592"/>
          </a:xfrm>
          <a:prstGeom prst="rect">
            <a:avLst/>
          </a:prstGeom>
        </p:spPr>
      </p:pic>
      <p:sp>
        <p:nvSpPr>
          <p:cNvPr id="116" name="Subtítulo 9">
            <a:extLst>
              <a:ext uri="{FF2B5EF4-FFF2-40B4-BE49-F238E27FC236}">
                <a16:creationId xmlns:a16="http://schemas.microsoft.com/office/drawing/2014/main" id="{44B9A9ED-06ED-8D30-2083-30E2C59CBC0C}"/>
              </a:ext>
            </a:extLst>
          </p:cNvPr>
          <p:cNvSpPr txBox="1">
            <a:spLocks/>
          </p:cNvSpPr>
          <p:nvPr/>
        </p:nvSpPr>
        <p:spPr>
          <a:xfrm>
            <a:off x="8494910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20" name="Subtítulo 9">
            <a:extLst>
              <a:ext uri="{FF2B5EF4-FFF2-40B4-BE49-F238E27FC236}">
                <a16:creationId xmlns:a16="http://schemas.microsoft.com/office/drawing/2014/main" id="{54FB58A7-425A-D5C4-8E7B-49BE788C27A6}"/>
              </a:ext>
            </a:extLst>
          </p:cNvPr>
          <p:cNvSpPr txBox="1">
            <a:spLocks/>
          </p:cNvSpPr>
          <p:nvPr/>
        </p:nvSpPr>
        <p:spPr>
          <a:xfrm>
            <a:off x="9325010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23" name="Subtítulo 9">
            <a:extLst>
              <a:ext uri="{FF2B5EF4-FFF2-40B4-BE49-F238E27FC236}">
                <a16:creationId xmlns:a16="http://schemas.microsoft.com/office/drawing/2014/main" id="{A34DA4B5-1BC6-53F7-E4D0-F6A979904668}"/>
              </a:ext>
            </a:extLst>
          </p:cNvPr>
          <p:cNvSpPr txBox="1">
            <a:spLocks/>
          </p:cNvSpPr>
          <p:nvPr/>
        </p:nvSpPr>
        <p:spPr>
          <a:xfrm>
            <a:off x="8249894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25" name="Subtítulo 9">
            <a:extLst>
              <a:ext uri="{FF2B5EF4-FFF2-40B4-BE49-F238E27FC236}">
                <a16:creationId xmlns:a16="http://schemas.microsoft.com/office/drawing/2014/main" id="{B97BC93A-D843-093E-948C-3EEA5DE9D353}"/>
              </a:ext>
            </a:extLst>
          </p:cNvPr>
          <p:cNvSpPr txBox="1">
            <a:spLocks/>
          </p:cNvSpPr>
          <p:nvPr/>
        </p:nvSpPr>
        <p:spPr>
          <a:xfrm>
            <a:off x="8565639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27" name="Subtítulo 9">
            <a:extLst>
              <a:ext uri="{FF2B5EF4-FFF2-40B4-BE49-F238E27FC236}">
                <a16:creationId xmlns:a16="http://schemas.microsoft.com/office/drawing/2014/main" id="{CD7F95FA-9E0D-9DDD-9641-40FB367B3656}"/>
              </a:ext>
            </a:extLst>
          </p:cNvPr>
          <p:cNvSpPr txBox="1">
            <a:spLocks/>
          </p:cNvSpPr>
          <p:nvPr/>
        </p:nvSpPr>
        <p:spPr>
          <a:xfrm>
            <a:off x="9399341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822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6C18D-2377-3357-2080-70DD1F203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1ADE9283-3F83-B69B-51D9-D65A46D78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1132709"/>
            <a:ext cx="1904945" cy="1880591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111AA892-9D62-603C-3675-B5BD9528E076}"/>
              </a:ext>
            </a:extLst>
          </p:cNvPr>
          <p:cNvSpPr txBox="1">
            <a:spLocks/>
          </p:cNvSpPr>
          <p:nvPr/>
        </p:nvSpPr>
        <p:spPr>
          <a:xfrm>
            <a:off x="2324261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93D7BFC8-09AE-B114-ECB6-60BF7E0506D1}"/>
              </a:ext>
            </a:extLst>
          </p:cNvPr>
          <p:cNvSpPr txBox="1">
            <a:spLocks/>
          </p:cNvSpPr>
          <p:nvPr/>
        </p:nvSpPr>
        <p:spPr>
          <a:xfrm>
            <a:off x="3154361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6B0E4645-FB8B-69E5-7D92-CE6DF3F41E74}"/>
              </a:ext>
            </a:extLst>
          </p:cNvPr>
          <p:cNvSpPr txBox="1">
            <a:spLocks/>
          </p:cNvSpPr>
          <p:nvPr/>
        </p:nvSpPr>
        <p:spPr>
          <a:xfrm>
            <a:off x="2079245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B0EA50F4-5730-AFF4-E9F4-B58FD71ABD06}"/>
              </a:ext>
            </a:extLst>
          </p:cNvPr>
          <p:cNvSpPr txBox="1">
            <a:spLocks/>
          </p:cNvSpPr>
          <p:nvPr/>
        </p:nvSpPr>
        <p:spPr>
          <a:xfrm>
            <a:off x="2394990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8D9499FB-5398-DA5E-A3AD-CA1FF5B9F491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4" name="Subtítulo 9">
            <a:extLst>
              <a:ext uri="{FF2B5EF4-FFF2-40B4-BE49-F238E27FC236}">
                <a16:creationId xmlns:a16="http://schemas.microsoft.com/office/drawing/2014/main" id="{07F802DE-D462-5EE5-286C-AA83F423314C}"/>
              </a:ext>
            </a:extLst>
          </p:cNvPr>
          <p:cNvSpPr txBox="1">
            <a:spLocks/>
          </p:cNvSpPr>
          <p:nvPr/>
        </p:nvSpPr>
        <p:spPr>
          <a:xfrm>
            <a:off x="3228692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10E05E2-1233-880C-519B-FD942A4F4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1132709"/>
            <a:ext cx="1904945" cy="1880591"/>
          </a:xfrm>
          <a:prstGeom prst="rect">
            <a:avLst/>
          </a:prstGeom>
        </p:spPr>
      </p:pic>
      <p:sp>
        <p:nvSpPr>
          <p:cNvPr id="12" name="Subtítulo 9">
            <a:extLst>
              <a:ext uri="{FF2B5EF4-FFF2-40B4-BE49-F238E27FC236}">
                <a16:creationId xmlns:a16="http://schemas.microsoft.com/office/drawing/2014/main" id="{E165FB51-6440-40D3-4C5F-D1AA69C17436}"/>
              </a:ext>
            </a:extLst>
          </p:cNvPr>
          <p:cNvSpPr txBox="1">
            <a:spLocks/>
          </p:cNvSpPr>
          <p:nvPr/>
        </p:nvSpPr>
        <p:spPr>
          <a:xfrm>
            <a:off x="4381144" y="230079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" name="Subtítulo 9">
            <a:extLst>
              <a:ext uri="{FF2B5EF4-FFF2-40B4-BE49-F238E27FC236}">
                <a16:creationId xmlns:a16="http://schemas.microsoft.com/office/drawing/2014/main" id="{0A88AC32-FA0B-D557-1990-03C350E38580}"/>
              </a:ext>
            </a:extLst>
          </p:cNvPr>
          <p:cNvSpPr txBox="1">
            <a:spLocks/>
          </p:cNvSpPr>
          <p:nvPr/>
        </p:nvSpPr>
        <p:spPr>
          <a:xfrm>
            <a:off x="5211244" y="232087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7" name="Subtítulo 9">
            <a:extLst>
              <a:ext uri="{FF2B5EF4-FFF2-40B4-BE49-F238E27FC236}">
                <a16:creationId xmlns:a16="http://schemas.microsoft.com/office/drawing/2014/main" id="{D406BB14-0721-828E-17CD-286E89779C41}"/>
              </a:ext>
            </a:extLst>
          </p:cNvPr>
          <p:cNvSpPr txBox="1">
            <a:spLocks/>
          </p:cNvSpPr>
          <p:nvPr/>
        </p:nvSpPr>
        <p:spPr>
          <a:xfrm>
            <a:off x="4136128" y="15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9" name="Subtítulo 9">
            <a:extLst>
              <a:ext uri="{FF2B5EF4-FFF2-40B4-BE49-F238E27FC236}">
                <a16:creationId xmlns:a16="http://schemas.microsoft.com/office/drawing/2014/main" id="{C9B7EF68-136E-1FA7-05A3-0B311A2AA0EB}"/>
              </a:ext>
            </a:extLst>
          </p:cNvPr>
          <p:cNvSpPr txBox="1">
            <a:spLocks/>
          </p:cNvSpPr>
          <p:nvPr/>
        </p:nvSpPr>
        <p:spPr>
          <a:xfrm>
            <a:off x="4451873" y="213196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21" name="Subtítulo 9">
            <a:extLst>
              <a:ext uri="{FF2B5EF4-FFF2-40B4-BE49-F238E27FC236}">
                <a16:creationId xmlns:a16="http://schemas.microsoft.com/office/drawing/2014/main" id="{A925E394-F70C-43D5-1E38-DB0E720E09A7}"/>
              </a:ext>
            </a:extLst>
          </p:cNvPr>
          <p:cNvSpPr txBox="1">
            <a:spLocks/>
          </p:cNvSpPr>
          <p:nvPr/>
        </p:nvSpPr>
        <p:spPr>
          <a:xfrm>
            <a:off x="5285575" y="255213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9833406F-76B3-5A16-C96C-56552A723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1142702"/>
            <a:ext cx="1904945" cy="1880591"/>
          </a:xfrm>
          <a:prstGeom prst="rect">
            <a:avLst/>
          </a:prstGeom>
        </p:spPr>
      </p:pic>
      <p:sp>
        <p:nvSpPr>
          <p:cNvPr id="25" name="Subtítulo 9">
            <a:extLst>
              <a:ext uri="{FF2B5EF4-FFF2-40B4-BE49-F238E27FC236}">
                <a16:creationId xmlns:a16="http://schemas.microsoft.com/office/drawing/2014/main" id="{80C91B72-F1A3-A913-3276-381B32F38C49}"/>
              </a:ext>
            </a:extLst>
          </p:cNvPr>
          <p:cNvSpPr txBox="1">
            <a:spLocks/>
          </p:cNvSpPr>
          <p:nvPr/>
        </p:nvSpPr>
        <p:spPr>
          <a:xfrm>
            <a:off x="6438027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1C7201FE-E39B-4A11-4EAE-ECA825DBF505}"/>
              </a:ext>
            </a:extLst>
          </p:cNvPr>
          <p:cNvSpPr txBox="1">
            <a:spLocks/>
          </p:cNvSpPr>
          <p:nvPr/>
        </p:nvSpPr>
        <p:spPr>
          <a:xfrm>
            <a:off x="7268127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1" name="Subtítulo 9">
            <a:extLst>
              <a:ext uri="{FF2B5EF4-FFF2-40B4-BE49-F238E27FC236}">
                <a16:creationId xmlns:a16="http://schemas.microsoft.com/office/drawing/2014/main" id="{7092C49A-4D8F-D09A-D195-4CC4AC3D0E8B}"/>
              </a:ext>
            </a:extLst>
          </p:cNvPr>
          <p:cNvSpPr txBox="1">
            <a:spLocks/>
          </p:cNvSpPr>
          <p:nvPr/>
        </p:nvSpPr>
        <p:spPr>
          <a:xfrm>
            <a:off x="6193011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35" name="Subtítulo 9">
            <a:extLst>
              <a:ext uri="{FF2B5EF4-FFF2-40B4-BE49-F238E27FC236}">
                <a16:creationId xmlns:a16="http://schemas.microsoft.com/office/drawing/2014/main" id="{CF71A83B-4A1E-2B06-B9C7-61759999D660}"/>
              </a:ext>
            </a:extLst>
          </p:cNvPr>
          <p:cNvSpPr txBox="1">
            <a:spLocks/>
          </p:cNvSpPr>
          <p:nvPr/>
        </p:nvSpPr>
        <p:spPr>
          <a:xfrm>
            <a:off x="6508756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37" name="Subtítulo 9">
            <a:extLst>
              <a:ext uri="{FF2B5EF4-FFF2-40B4-BE49-F238E27FC236}">
                <a16:creationId xmlns:a16="http://schemas.microsoft.com/office/drawing/2014/main" id="{D62EEE3C-C25D-B633-4A0B-A9BD0B0D6E44}"/>
              </a:ext>
            </a:extLst>
          </p:cNvPr>
          <p:cNvSpPr txBox="1">
            <a:spLocks/>
          </p:cNvSpPr>
          <p:nvPr/>
        </p:nvSpPr>
        <p:spPr>
          <a:xfrm>
            <a:off x="7342458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622231F6-E749-41DD-E88E-9B1D4D2C6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1142702"/>
            <a:ext cx="1904945" cy="1880592"/>
          </a:xfrm>
          <a:prstGeom prst="rect">
            <a:avLst/>
          </a:prstGeom>
        </p:spPr>
      </p:pic>
      <p:sp>
        <p:nvSpPr>
          <p:cNvPr id="41" name="Subtítulo 9">
            <a:extLst>
              <a:ext uri="{FF2B5EF4-FFF2-40B4-BE49-F238E27FC236}">
                <a16:creationId xmlns:a16="http://schemas.microsoft.com/office/drawing/2014/main" id="{5DF2398A-0D98-D465-580B-7A6AAC767AAC}"/>
              </a:ext>
            </a:extLst>
          </p:cNvPr>
          <p:cNvSpPr txBox="1">
            <a:spLocks/>
          </p:cNvSpPr>
          <p:nvPr/>
        </p:nvSpPr>
        <p:spPr>
          <a:xfrm>
            <a:off x="8494910" y="2310783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3" name="Subtítulo 9">
            <a:extLst>
              <a:ext uri="{FF2B5EF4-FFF2-40B4-BE49-F238E27FC236}">
                <a16:creationId xmlns:a16="http://schemas.microsoft.com/office/drawing/2014/main" id="{43EBF3FD-2CA8-DD9D-5D8C-D73CE7F10D1F}"/>
              </a:ext>
            </a:extLst>
          </p:cNvPr>
          <p:cNvSpPr txBox="1">
            <a:spLocks/>
          </p:cNvSpPr>
          <p:nvPr/>
        </p:nvSpPr>
        <p:spPr>
          <a:xfrm>
            <a:off x="9325010" y="2330867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EED9EB1D-5612-E221-5159-534D103A7D50}"/>
              </a:ext>
            </a:extLst>
          </p:cNvPr>
          <p:cNvSpPr txBox="1">
            <a:spLocks/>
          </p:cNvSpPr>
          <p:nvPr/>
        </p:nvSpPr>
        <p:spPr>
          <a:xfrm>
            <a:off x="8249894" y="159346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D3C85202-5770-7B7B-E3FF-07AF01D23183}"/>
              </a:ext>
            </a:extLst>
          </p:cNvPr>
          <p:cNvSpPr txBox="1">
            <a:spLocks/>
          </p:cNvSpPr>
          <p:nvPr/>
        </p:nvSpPr>
        <p:spPr>
          <a:xfrm>
            <a:off x="8565639" y="2141958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49" name="Subtítulo 9">
            <a:extLst>
              <a:ext uri="{FF2B5EF4-FFF2-40B4-BE49-F238E27FC236}">
                <a16:creationId xmlns:a16="http://schemas.microsoft.com/office/drawing/2014/main" id="{6818B237-588B-25BB-D41B-A861DF7884B2}"/>
              </a:ext>
            </a:extLst>
          </p:cNvPr>
          <p:cNvSpPr txBox="1">
            <a:spLocks/>
          </p:cNvSpPr>
          <p:nvPr/>
        </p:nvSpPr>
        <p:spPr>
          <a:xfrm>
            <a:off x="9399341" y="2562127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BC63FFA1-A296-8478-33C9-6DBC43DBB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8165" y="3431326"/>
            <a:ext cx="1904945" cy="1880591"/>
          </a:xfrm>
          <a:prstGeom prst="rect">
            <a:avLst/>
          </a:prstGeom>
        </p:spPr>
      </p:pic>
      <p:sp>
        <p:nvSpPr>
          <p:cNvPr id="53" name="Subtítulo 9">
            <a:extLst>
              <a:ext uri="{FF2B5EF4-FFF2-40B4-BE49-F238E27FC236}">
                <a16:creationId xmlns:a16="http://schemas.microsoft.com/office/drawing/2014/main" id="{D7DC9E6A-48CA-6F90-EAE4-C6BD13F39630}"/>
              </a:ext>
            </a:extLst>
          </p:cNvPr>
          <p:cNvSpPr txBox="1">
            <a:spLocks/>
          </p:cNvSpPr>
          <p:nvPr/>
        </p:nvSpPr>
        <p:spPr>
          <a:xfrm>
            <a:off x="2324261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5" name="Subtítulo 9">
            <a:extLst>
              <a:ext uri="{FF2B5EF4-FFF2-40B4-BE49-F238E27FC236}">
                <a16:creationId xmlns:a16="http://schemas.microsoft.com/office/drawing/2014/main" id="{CD152D09-C3B2-D4C1-7AEE-4C067828C961}"/>
              </a:ext>
            </a:extLst>
          </p:cNvPr>
          <p:cNvSpPr txBox="1">
            <a:spLocks/>
          </p:cNvSpPr>
          <p:nvPr/>
        </p:nvSpPr>
        <p:spPr>
          <a:xfrm>
            <a:off x="3154361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8" name="Subtítulo 9">
            <a:extLst>
              <a:ext uri="{FF2B5EF4-FFF2-40B4-BE49-F238E27FC236}">
                <a16:creationId xmlns:a16="http://schemas.microsoft.com/office/drawing/2014/main" id="{B7F0F42E-3306-7495-043C-3B9AE87D1F6B}"/>
              </a:ext>
            </a:extLst>
          </p:cNvPr>
          <p:cNvSpPr txBox="1">
            <a:spLocks/>
          </p:cNvSpPr>
          <p:nvPr/>
        </p:nvSpPr>
        <p:spPr>
          <a:xfrm>
            <a:off x="2079245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2EF5B073-254D-BE89-1B26-D69A39E16F72}"/>
              </a:ext>
            </a:extLst>
          </p:cNvPr>
          <p:cNvSpPr txBox="1">
            <a:spLocks/>
          </p:cNvSpPr>
          <p:nvPr/>
        </p:nvSpPr>
        <p:spPr>
          <a:xfrm>
            <a:off x="2394990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65" name="Subtítulo 9">
            <a:extLst>
              <a:ext uri="{FF2B5EF4-FFF2-40B4-BE49-F238E27FC236}">
                <a16:creationId xmlns:a16="http://schemas.microsoft.com/office/drawing/2014/main" id="{A2DC1FFB-5D2C-45E2-F967-6AE27A0A2324}"/>
              </a:ext>
            </a:extLst>
          </p:cNvPr>
          <p:cNvSpPr txBox="1">
            <a:spLocks/>
          </p:cNvSpPr>
          <p:nvPr/>
        </p:nvSpPr>
        <p:spPr>
          <a:xfrm>
            <a:off x="3228692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67" name="Imagem 66">
            <a:extLst>
              <a:ext uri="{FF2B5EF4-FFF2-40B4-BE49-F238E27FC236}">
                <a16:creationId xmlns:a16="http://schemas.microsoft.com/office/drawing/2014/main" id="{FCA01397-70F9-19FE-39BF-2B95D2956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5048" y="3431326"/>
            <a:ext cx="1904945" cy="1880591"/>
          </a:xfrm>
          <a:prstGeom prst="rect">
            <a:avLst/>
          </a:prstGeom>
        </p:spPr>
      </p:pic>
      <p:sp>
        <p:nvSpPr>
          <p:cNvPr id="69" name="Subtítulo 9">
            <a:extLst>
              <a:ext uri="{FF2B5EF4-FFF2-40B4-BE49-F238E27FC236}">
                <a16:creationId xmlns:a16="http://schemas.microsoft.com/office/drawing/2014/main" id="{3069CF61-685C-5481-8388-5E9180C546CF}"/>
              </a:ext>
            </a:extLst>
          </p:cNvPr>
          <p:cNvSpPr txBox="1">
            <a:spLocks/>
          </p:cNvSpPr>
          <p:nvPr/>
        </p:nvSpPr>
        <p:spPr>
          <a:xfrm>
            <a:off x="4381144" y="4599407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71" name="Subtítulo 9">
            <a:extLst>
              <a:ext uri="{FF2B5EF4-FFF2-40B4-BE49-F238E27FC236}">
                <a16:creationId xmlns:a16="http://schemas.microsoft.com/office/drawing/2014/main" id="{06024A27-DE70-7792-E53D-3C2B909FBA60}"/>
              </a:ext>
            </a:extLst>
          </p:cNvPr>
          <p:cNvSpPr txBox="1">
            <a:spLocks/>
          </p:cNvSpPr>
          <p:nvPr/>
        </p:nvSpPr>
        <p:spPr>
          <a:xfrm>
            <a:off x="5211244" y="4619491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852F7A2F-5A83-69A0-7FE4-A2807408375D}"/>
              </a:ext>
            </a:extLst>
          </p:cNvPr>
          <p:cNvSpPr txBox="1">
            <a:spLocks/>
          </p:cNvSpPr>
          <p:nvPr/>
        </p:nvSpPr>
        <p:spPr>
          <a:xfrm>
            <a:off x="4136128" y="388209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80" name="Subtítulo 9">
            <a:extLst>
              <a:ext uri="{FF2B5EF4-FFF2-40B4-BE49-F238E27FC236}">
                <a16:creationId xmlns:a16="http://schemas.microsoft.com/office/drawing/2014/main" id="{4B04643A-4C95-6A18-81CF-B1AA060159B5}"/>
              </a:ext>
            </a:extLst>
          </p:cNvPr>
          <p:cNvSpPr txBox="1">
            <a:spLocks/>
          </p:cNvSpPr>
          <p:nvPr/>
        </p:nvSpPr>
        <p:spPr>
          <a:xfrm>
            <a:off x="4451873" y="4430582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84" name="Subtítulo 9">
            <a:extLst>
              <a:ext uri="{FF2B5EF4-FFF2-40B4-BE49-F238E27FC236}">
                <a16:creationId xmlns:a16="http://schemas.microsoft.com/office/drawing/2014/main" id="{EDE73986-A5FC-E7C7-1382-A737156521C7}"/>
              </a:ext>
            </a:extLst>
          </p:cNvPr>
          <p:cNvSpPr txBox="1">
            <a:spLocks/>
          </p:cNvSpPr>
          <p:nvPr/>
        </p:nvSpPr>
        <p:spPr>
          <a:xfrm>
            <a:off x="5285575" y="4850751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8" name="Imagem 87">
            <a:extLst>
              <a:ext uri="{FF2B5EF4-FFF2-40B4-BE49-F238E27FC236}">
                <a16:creationId xmlns:a16="http://schemas.microsoft.com/office/drawing/2014/main" id="{F83E6D25-1F11-E393-7927-4B53E69F1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1931" y="3441319"/>
            <a:ext cx="1904945" cy="1880591"/>
          </a:xfrm>
          <a:prstGeom prst="rect">
            <a:avLst/>
          </a:prstGeom>
        </p:spPr>
      </p:pic>
      <p:sp>
        <p:nvSpPr>
          <p:cNvPr id="92" name="Subtítulo 9">
            <a:extLst>
              <a:ext uri="{FF2B5EF4-FFF2-40B4-BE49-F238E27FC236}">
                <a16:creationId xmlns:a16="http://schemas.microsoft.com/office/drawing/2014/main" id="{574492EE-8ED1-4317-2C5A-A32DE087410E}"/>
              </a:ext>
            </a:extLst>
          </p:cNvPr>
          <p:cNvSpPr txBox="1">
            <a:spLocks/>
          </p:cNvSpPr>
          <p:nvPr/>
        </p:nvSpPr>
        <p:spPr>
          <a:xfrm>
            <a:off x="6438027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96" name="Subtítulo 9">
            <a:extLst>
              <a:ext uri="{FF2B5EF4-FFF2-40B4-BE49-F238E27FC236}">
                <a16:creationId xmlns:a16="http://schemas.microsoft.com/office/drawing/2014/main" id="{C309D0D9-BF24-2C18-BD0C-78318639F6A2}"/>
              </a:ext>
            </a:extLst>
          </p:cNvPr>
          <p:cNvSpPr txBox="1">
            <a:spLocks/>
          </p:cNvSpPr>
          <p:nvPr/>
        </p:nvSpPr>
        <p:spPr>
          <a:xfrm>
            <a:off x="7268127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00" name="Subtítulo 9">
            <a:extLst>
              <a:ext uri="{FF2B5EF4-FFF2-40B4-BE49-F238E27FC236}">
                <a16:creationId xmlns:a16="http://schemas.microsoft.com/office/drawing/2014/main" id="{CE89F0EE-D501-A534-AC00-247A9D4E1340}"/>
              </a:ext>
            </a:extLst>
          </p:cNvPr>
          <p:cNvSpPr txBox="1">
            <a:spLocks/>
          </p:cNvSpPr>
          <p:nvPr/>
        </p:nvSpPr>
        <p:spPr>
          <a:xfrm>
            <a:off x="6193011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04" name="Subtítulo 9">
            <a:extLst>
              <a:ext uri="{FF2B5EF4-FFF2-40B4-BE49-F238E27FC236}">
                <a16:creationId xmlns:a16="http://schemas.microsoft.com/office/drawing/2014/main" id="{F4CBEBB3-0D56-9960-CEE0-2D26E7BFE2F8}"/>
              </a:ext>
            </a:extLst>
          </p:cNvPr>
          <p:cNvSpPr txBox="1">
            <a:spLocks/>
          </p:cNvSpPr>
          <p:nvPr/>
        </p:nvSpPr>
        <p:spPr>
          <a:xfrm>
            <a:off x="6508756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08" name="Subtítulo 9">
            <a:extLst>
              <a:ext uri="{FF2B5EF4-FFF2-40B4-BE49-F238E27FC236}">
                <a16:creationId xmlns:a16="http://schemas.microsoft.com/office/drawing/2014/main" id="{596F6E67-C2FE-3752-FDAA-BBFEEB57C6DC}"/>
              </a:ext>
            </a:extLst>
          </p:cNvPr>
          <p:cNvSpPr txBox="1">
            <a:spLocks/>
          </p:cNvSpPr>
          <p:nvPr/>
        </p:nvSpPr>
        <p:spPr>
          <a:xfrm>
            <a:off x="7342458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112" name="Imagem 111">
            <a:extLst>
              <a:ext uri="{FF2B5EF4-FFF2-40B4-BE49-F238E27FC236}">
                <a16:creationId xmlns:a16="http://schemas.microsoft.com/office/drawing/2014/main" id="{AA29EAC0-15B6-B336-8C79-B09B9326E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8814" y="3441319"/>
            <a:ext cx="1904945" cy="1880591"/>
          </a:xfrm>
          <a:prstGeom prst="rect">
            <a:avLst/>
          </a:prstGeom>
        </p:spPr>
      </p:pic>
      <p:sp>
        <p:nvSpPr>
          <p:cNvPr id="116" name="Subtítulo 9">
            <a:extLst>
              <a:ext uri="{FF2B5EF4-FFF2-40B4-BE49-F238E27FC236}">
                <a16:creationId xmlns:a16="http://schemas.microsoft.com/office/drawing/2014/main" id="{AC48AA78-A8C2-FC81-D28B-C99756E99F6D}"/>
              </a:ext>
            </a:extLst>
          </p:cNvPr>
          <p:cNvSpPr txBox="1">
            <a:spLocks/>
          </p:cNvSpPr>
          <p:nvPr/>
        </p:nvSpPr>
        <p:spPr>
          <a:xfrm>
            <a:off x="8494910" y="4609400"/>
            <a:ext cx="1055700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20" name="Subtítulo 9">
            <a:extLst>
              <a:ext uri="{FF2B5EF4-FFF2-40B4-BE49-F238E27FC236}">
                <a16:creationId xmlns:a16="http://schemas.microsoft.com/office/drawing/2014/main" id="{148C43FB-8619-C42D-9FF0-3198A421D40C}"/>
              </a:ext>
            </a:extLst>
          </p:cNvPr>
          <p:cNvSpPr txBox="1">
            <a:spLocks/>
          </p:cNvSpPr>
          <p:nvPr/>
        </p:nvSpPr>
        <p:spPr>
          <a:xfrm>
            <a:off x="9325010" y="4629484"/>
            <a:ext cx="522636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6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23" name="Subtítulo 9">
            <a:extLst>
              <a:ext uri="{FF2B5EF4-FFF2-40B4-BE49-F238E27FC236}">
                <a16:creationId xmlns:a16="http://schemas.microsoft.com/office/drawing/2014/main" id="{842D6ABF-18DA-31A6-2D36-1B4163F19A4D}"/>
              </a:ext>
            </a:extLst>
          </p:cNvPr>
          <p:cNvSpPr txBox="1">
            <a:spLocks/>
          </p:cNvSpPr>
          <p:nvPr/>
        </p:nvSpPr>
        <p:spPr>
          <a:xfrm>
            <a:off x="8249894" y="389208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25" name="Subtítulo 9">
            <a:extLst>
              <a:ext uri="{FF2B5EF4-FFF2-40B4-BE49-F238E27FC236}">
                <a16:creationId xmlns:a16="http://schemas.microsoft.com/office/drawing/2014/main" id="{F64AE1D6-6F17-CFC6-DAB2-4910999597DB}"/>
              </a:ext>
            </a:extLst>
          </p:cNvPr>
          <p:cNvSpPr txBox="1">
            <a:spLocks/>
          </p:cNvSpPr>
          <p:nvPr/>
        </p:nvSpPr>
        <p:spPr>
          <a:xfrm>
            <a:off x="8565639" y="4440575"/>
            <a:ext cx="655131" cy="15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350,99</a:t>
            </a:r>
          </a:p>
        </p:txBody>
      </p:sp>
      <p:sp>
        <p:nvSpPr>
          <p:cNvPr id="127" name="Subtítulo 9">
            <a:extLst>
              <a:ext uri="{FF2B5EF4-FFF2-40B4-BE49-F238E27FC236}">
                <a16:creationId xmlns:a16="http://schemas.microsoft.com/office/drawing/2014/main" id="{F600710E-7908-41F4-6AF0-BBE84412EC5A}"/>
              </a:ext>
            </a:extLst>
          </p:cNvPr>
          <p:cNvSpPr txBox="1">
            <a:spLocks/>
          </p:cNvSpPr>
          <p:nvPr/>
        </p:nvSpPr>
        <p:spPr>
          <a:xfrm>
            <a:off x="9399341" y="4860744"/>
            <a:ext cx="460235" cy="20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cada</a:t>
            </a:r>
            <a:endParaRPr lang="pt-BR" sz="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5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1786</TotalTime>
  <Words>750</Words>
  <Application>Microsoft Office PowerPoint</Application>
  <PresentationFormat>Widescreen</PresentationFormat>
  <Paragraphs>615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Poppins Bold</vt:lpstr>
      <vt:lpstr>Poppins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MKT-03</dc:creator>
  <cp:lastModifiedBy>Camilla Duarte</cp:lastModifiedBy>
  <cp:revision>31</cp:revision>
  <cp:lastPrinted>2026-07-02T14:55:18Z</cp:lastPrinted>
  <dcterms:created xsi:type="dcterms:W3CDTF">2024-12-04T14:52:02Z</dcterms:created>
  <dcterms:modified xsi:type="dcterms:W3CDTF">2026-10-02T15:16:11Z</dcterms:modified>
</cp:coreProperties>
</file>